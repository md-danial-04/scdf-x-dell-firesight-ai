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</p:sldIdLst>
  <p:sldSz cy="5143500" cx="9144000"/>
  <p:notesSz cx="5143500" cy="9144000"/>
  <p:embeddedFontLst>
    <p:embeddedFont>
      <p:font typeface="Century Gothic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9AA230-91D0-49C6-A1DF-E03398C5B8AA}">
  <a:tblStyle styleId="{C19AA230-91D0-49C6-A1DF-E03398C5B8A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font" Target="fonts/CenturyGothic-boldItalic.fntdata"/><Relationship Id="rId10" Type="http://schemas.openxmlformats.org/officeDocument/2006/relationships/font" Target="fonts/CenturyGothic-italic.fntdata"/><Relationship Id="rId9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CenturyGothic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SLIDE">
  <p:cSld name="CONTENT_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04711"/>
            <a:ext cx="8229600" cy="856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>
  <p:cSld name="TITLE_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 txBox="1"/>
          <p:nvPr>
            <p:ph idx="1" type="body"/>
          </p:nvPr>
        </p:nvSpPr>
        <p:spPr>
          <a:xfrm>
            <a:off x="811987" y="2443163"/>
            <a:ext cx="6858000" cy="1140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04711"/>
            <a:ext cx="8229600" cy="856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lang="en-US"/>
              <a:t>Information</a:t>
            </a:r>
            <a:endParaRPr/>
          </a:p>
        </p:txBody>
      </p:sp>
      <p:graphicFrame>
        <p:nvGraphicFramePr>
          <p:cNvPr id="23" name="Google Shape;23;p5"/>
          <p:cNvGraphicFramePr/>
          <p:nvPr/>
        </p:nvGraphicFramePr>
        <p:xfrm>
          <a:off x="457200" y="10611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{C19AA230-91D0-49C6-A1DF-E03398C5B8AA}</a:tableStyleId>
              </a:tblPr>
              <a:tblGrid>
                <a:gridCol w="2743200"/>
                <a:gridCol w="2743200"/>
                <a:gridCol w="2743200"/>
              </a:tblGrid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Appliance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Rank / Name of Inspecting Officer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Rank / Name of Inspecting Officer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Date Dispatched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20/05/2026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Time Dispatched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16:27:03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Time Arrived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16:27:03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Case ID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10000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Address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123 Teck Street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Premises Own By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Unity Pte ltd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T09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Details Accompanying Person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Mr Devan, Technician 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98123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Classification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False alarm 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Case handed over to/liasion with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SGT T17123 Boon Lay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457200" y="204711"/>
            <a:ext cx="8229600" cy="856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lang="en-US"/>
              <a:t>10000</a:t>
            </a:r>
            <a:endParaRPr/>
          </a:p>
        </p:txBody>
      </p:sp>
      <p:pic>
        <p:nvPicPr>
          <p:cNvPr descr="preencoded.png" id="30" name="Google Shape;30;p6"/>
          <p:cNvPicPr preferRelativeResize="0"/>
          <p:nvPr/>
        </p:nvPicPr>
        <p:blipFill rotWithShape="1">
          <a:blip r:embed="rId3">
            <a:alphaModFix/>
          </a:blip>
          <a:srcRect b="0" l="-24074" r="-24074" t="0"/>
          <a:stretch/>
        </p:blipFill>
        <p:spPr>
          <a:xfrm>
            <a:off x="0" y="1318279"/>
            <a:ext cx="1828800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/>
          <p:nvPr/>
        </p:nvSpPr>
        <p:spPr>
          <a:xfrm>
            <a:off x="0" y="2604154"/>
            <a:ext cx="1828800" cy="384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182880" y="3118504"/>
            <a:ext cx="8778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remarks: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6"/>
          <p:cNvPicPr preferRelativeResize="0"/>
          <p:nvPr/>
        </p:nvPicPr>
        <p:blipFill rotWithShape="1">
          <a:blip r:embed="rId3">
            <a:alphaModFix/>
          </a:blip>
          <a:srcRect b="0" l="-24074" r="-24074" t="0"/>
          <a:stretch/>
        </p:blipFill>
        <p:spPr>
          <a:xfrm>
            <a:off x="1828800" y="1318279"/>
            <a:ext cx="1828800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/>
          <p:nvPr/>
        </p:nvSpPr>
        <p:spPr>
          <a:xfrm>
            <a:off x="1828800" y="2604154"/>
            <a:ext cx="1828800" cy="384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 fire alarm panel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6"/>
          <p:cNvPicPr preferRelativeResize="0"/>
          <p:nvPr/>
        </p:nvPicPr>
        <p:blipFill rotWithShape="1">
          <a:blip r:embed="rId3">
            <a:alphaModFix/>
          </a:blip>
          <a:srcRect b="0" l="-24074" r="-24074" t="0"/>
          <a:stretch/>
        </p:blipFill>
        <p:spPr>
          <a:xfrm>
            <a:off x="3657600" y="1318279"/>
            <a:ext cx="1828800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/>
          <p:nvPr/>
        </p:nvSpPr>
        <p:spPr>
          <a:xfrm>
            <a:off x="3657600" y="2604154"/>
            <a:ext cx="1828800" cy="384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 fire alarm panel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6"/>
          <p:cNvPicPr preferRelativeResize="0"/>
          <p:nvPr/>
        </p:nvPicPr>
        <p:blipFill rotWithShape="1">
          <a:blip r:embed="rId4">
            <a:alphaModFix/>
          </a:blip>
          <a:srcRect b="0" l="-24074" r="-24074" t="0"/>
          <a:stretch/>
        </p:blipFill>
        <p:spPr>
          <a:xfrm>
            <a:off x="5486400" y="1318279"/>
            <a:ext cx="1828800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486400" y="2604154"/>
            <a:ext cx="1828800" cy="384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Overview of the fault at fire safety measure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6"/>
          <p:cNvPicPr preferRelativeResize="0"/>
          <p:nvPr/>
        </p:nvPicPr>
        <p:blipFill rotWithShape="1">
          <a:blip r:embed="rId5">
            <a:alphaModFix/>
          </a:blip>
          <a:srcRect b="0" l="-24074" r="-24074" t="0"/>
          <a:stretch/>
        </p:blipFill>
        <p:spPr>
          <a:xfrm>
            <a:off x="7315200" y="1318279"/>
            <a:ext cx="1828800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7315200" y="2604154"/>
            <a:ext cx="1828800" cy="384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 up view of fault at fire safety measure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