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7" r:id="rId2"/>
    <p:sldId id="323" r:id="rId3"/>
    <p:sldId id="258" r:id="rId4"/>
    <p:sldId id="27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6357" autoAdjust="0"/>
  </p:normalViewPr>
  <p:slideViewPr>
    <p:cSldViewPr snapToGrid="0">
      <p:cViewPr varScale="1">
        <p:scale>
          <a:sx n="77" d="100"/>
          <a:sy n="77" d="100"/>
        </p:scale>
        <p:origin x="3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D984A5-B137-4E99-ABC6-BA9B650AD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SG"/>
              <a:t>CONFIDENTIAL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B4FD7-78BB-4B43-828D-8AEB8CC7AE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1E745-AEF4-47D9-9DBA-EE2A82E5BB64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C067B-AD21-47FE-A95C-D8FEC1F993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G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B7C1D-839E-4208-9ABE-075E55E9AA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C5E5C-8960-4251-827A-4B931BF9F1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4763998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SG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3E6BB-0CBD-426F-A9B3-9328214983D4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G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E2319-2261-4186-A008-A43BF8CAB8B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37793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A11E-AA78-4123-9DC2-B990CF0F9410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004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7FA48-32E6-4BA0-BA3C-FC843A37D404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830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9514C-CF59-46F0-8EF9-5632D58D9D68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5077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8E32B-D2B0-47EB-A942-2F7BF7CD0D9F}" type="datetime1">
              <a:rPr lang="en-SG" smtClean="0"/>
              <a:t>8/9/2026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872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409BA-0FF5-4AB6-BA5F-9FA2EC85D47E}" type="datetime1">
              <a:rPr lang="en-SG" smtClean="0"/>
              <a:t>8/9/2026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17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11E0E-F73C-4FE4-A539-A1B3BCF2BADD}" type="datetime1">
              <a:rPr lang="en-SG" smtClean="0"/>
              <a:t>8/9/2026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9136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4443F-D7DA-4098-A068-C67B5B17ACAD}" type="datetime1">
              <a:rPr lang="en-SG" smtClean="0"/>
              <a:t>8/9/2026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492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04B04-FB72-40DE-891F-7FC8227C9384}" type="datetime1">
              <a:rPr lang="en-SG" smtClean="0"/>
              <a:t>8/9/2026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228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C65B-D7CE-454C-B087-E23AD026212B}" type="datetime1">
              <a:rPr lang="en-SG" smtClean="0"/>
              <a:t>8/9/2026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994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2A80-4C36-478F-B445-8EEB75B57EEE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183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34C7-0A5E-4379-8AEE-36FAE40A87EA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9344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C9C63-8B0E-42A4-8849-86ECF8E1E07C}" type="datetime1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G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9FF75-E26A-4ECE-8B4A-99B18594F6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011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0">
            <a:extLst>
              <a:ext uri="{FF2B5EF4-FFF2-40B4-BE49-F238E27FC236}">
                <a16:creationId xmlns:a16="http://schemas.microsoft.com/office/drawing/2014/main" id="{D66853F3-BD61-4DCD-9CB1-73C79362E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40526"/>
            <a:ext cx="6248400" cy="84657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73627C-CF3C-4133-8CCB-E0A6359DC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79413"/>
            <a:ext cx="5897562" cy="53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norm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  <a:ea typeface="Arial Bold" panose="020B0704020202020204" pitchFamily="34" charset="0"/>
                <a:cs typeface="Arial" panose="020B0604020202020204" pitchFamily="34" charset="0"/>
                <a:sym typeface="Arial Bold" panose="020B0704020202020204" pitchFamily="34" charset="0"/>
              </a:rPr>
              <a:t>LOCATION PLAN:</a:t>
            </a:r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3576FAFD-FAEF-4E9F-9702-8AEA915C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0813"/>
            <a:ext cx="1114841" cy="297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23" tIns="40734" rIns="82923" bIns="40734">
            <a:sp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</a:rPr>
              <a:t>SECTION 1</a:t>
            </a: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7E37F499-492D-44B2-B109-703501CA1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07538"/>
            <a:ext cx="6858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 dirty="0">
                <a:latin typeface="Arial" panose="020B0604020202020204" pitchFamily="34" charset="0"/>
              </a:rPr>
              <a:t>1 - 01</a:t>
            </a:r>
          </a:p>
        </p:txBody>
      </p:sp>
      <p:sp>
        <p:nvSpPr>
          <p:cNvPr id="16" name="Footer Placeholder 1">
            <a:extLst>
              <a:ext uri="{FF2B5EF4-FFF2-40B4-BE49-F238E27FC236}">
                <a16:creationId xmlns:a16="http://schemas.microsoft.com/office/drawing/2014/main" id="{4B6931F1-F6F4-4595-B070-660CD9B9DD79}"/>
              </a:ext>
            </a:extLst>
          </p:cNvPr>
          <p:cNvSpPr txBox="1">
            <a:spLocks/>
          </p:cNvSpPr>
          <p:nvPr/>
        </p:nvSpPr>
        <p:spPr>
          <a:xfrm>
            <a:off x="2310606" y="191633"/>
            <a:ext cx="2314575" cy="155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FIRETRACK AI</a:t>
            </a:r>
          </a:p>
        </p:txBody>
      </p:sp>
    </p:spTree>
    <p:extLst>
      <p:ext uri="{BB962C8B-B14F-4D97-AF65-F5344CB8AC3E}">
        <p14:creationId xmlns:p14="http://schemas.microsoft.com/office/powerpoint/2010/main" val="63966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E0E2-C87F-87CF-789D-A6BD0B0E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40">
            <a:extLst>
              <a:ext uri="{FF2B5EF4-FFF2-40B4-BE49-F238E27FC236}">
                <a16:creationId xmlns:a16="http://schemas.microsoft.com/office/drawing/2014/main" id="{9B89302E-3608-C9A3-0E41-AEB774728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40526"/>
            <a:ext cx="6248400" cy="84657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A7E389D-4C38-8C7F-262E-289590CCC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79413"/>
            <a:ext cx="5897562" cy="53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norm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  <a:ea typeface="Arial Bold" panose="020B0704020202020204" pitchFamily="34" charset="0"/>
                <a:cs typeface="Arial" panose="020B0604020202020204" pitchFamily="34" charset="0"/>
                <a:sym typeface="Arial Bold" panose="020B0704020202020204" pitchFamily="34" charset="0"/>
              </a:rPr>
              <a:t>SITE LAYOUT PLAN:</a:t>
            </a:r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99528C0-17E9-A0AA-42E8-CCCAE651C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0813"/>
            <a:ext cx="1114841" cy="297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23" tIns="40734" rIns="82923" bIns="40734">
            <a:sp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</a:rPr>
              <a:t>SECTION 2</a:t>
            </a: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89A42DD3-545F-9B00-4C93-C05F48063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07538"/>
            <a:ext cx="6858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 dirty="0">
                <a:latin typeface="Arial" panose="020B0604020202020204" pitchFamily="34" charset="0"/>
              </a:rPr>
              <a:t>2 - 01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727E242-F44F-69FB-6E91-A352DB25706D}"/>
              </a:ext>
            </a:extLst>
          </p:cNvPr>
          <p:cNvSpPr txBox="1">
            <a:spLocks/>
          </p:cNvSpPr>
          <p:nvPr/>
        </p:nvSpPr>
        <p:spPr>
          <a:xfrm>
            <a:off x="2310606" y="191633"/>
            <a:ext cx="2314575" cy="155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FIRETRACK AI</a:t>
            </a:r>
          </a:p>
        </p:txBody>
      </p:sp>
    </p:spTree>
    <p:extLst>
      <p:ext uri="{BB962C8B-B14F-4D97-AF65-F5344CB8AC3E}">
        <p14:creationId xmlns:p14="http://schemas.microsoft.com/office/powerpoint/2010/main" val="4096435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FB44AD-C200-47C0-A6D6-90B050ED1163}"/>
              </a:ext>
            </a:extLst>
          </p:cNvPr>
          <p:cNvSpPr/>
          <p:nvPr/>
        </p:nvSpPr>
        <p:spPr>
          <a:xfrm>
            <a:off x="512652" y="1031963"/>
            <a:ext cx="3791215" cy="2425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C7B5EEF-C63E-43E5-8200-DEA125DCA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757" y="1030261"/>
            <a:ext cx="1809028" cy="297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norm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 dirty="0">
                <a:latin typeface="Arial" panose="020B0604020202020204" pitchFamily="34" charset="0"/>
              </a:rPr>
              <a:t>PHOTO 01: </a:t>
            </a:r>
            <a:r>
              <a:rPr lang="en-SG" sz="1200" dirty="0"/>
              <a:t>PHT_8836</a:t>
            </a:r>
          </a:p>
          <a:p>
            <a:endParaRPr lang="en-US" altLang="en-US" sz="1200" b="1" dirty="0"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0EF23B3-81D3-4038-AB76-C0BD8F70D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0813"/>
            <a:ext cx="1114841" cy="297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23" tIns="40734" rIns="82923" bIns="40734">
            <a:sp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</a:rPr>
              <a:t>SECTION 3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08F52C3-D461-448D-AD88-46CD1B52F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07538"/>
            <a:ext cx="6858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 dirty="0">
                <a:latin typeface="Arial" panose="020B0604020202020204" pitchFamily="34" charset="0"/>
              </a:rPr>
              <a:t>3 - 01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CE63E98-881C-C13A-9E52-891021635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79413"/>
            <a:ext cx="5897562" cy="762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norm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  <a:ea typeface="Arial Bold" panose="020B0704020202020204" pitchFamily="34" charset="0"/>
                <a:cs typeface="Arial" panose="020B0604020202020204" pitchFamily="34" charset="0"/>
                <a:sym typeface="Arial Bold" panose="020B0704020202020204" pitchFamily="34" charset="0"/>
              </a:rPr>
              <a:t>PHOTO REPOSITORY</a:t>
            </a:r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EA3BA6-491A-5535-C060-6D15955A0BAA}"/>
              </a:ext>
            </a:extLst>
          </p:cNvPr>
          <p:cNvSpPr/>
          <p:nvPr/>
        </p:nvSpPr>
        <p:spPr>
          <a:xfrm>
            <a:off x="512652" y="3766269"/>
            <a:ext cx="3791215" cy="2425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6AFF445-3CB9-3592-EDDB-FA0893919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757" y="3764567"/>
            <a:ext cx="1809028" cy="297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norm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 dirty="0">
                <a:latin typeface="Arial" panose="020B0604020202020204" pitchFamily="34" charset="0"/>
              </a:rPr>
              <a:t>PHOTO 02: </a:t>
            </a:r>
            <a:r>
              <a:rPr lang="en-SG" sz="1200" dirty="0"/>
              <a:t>PHT_8836</a:t>
            </a:r>
          </a:p>
          <a:p>
            <a:endParaRPr lang="en-US" altLang="en-US" sz="1200" b="1" dirty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3D8BD-1E6F-49D5-3313-3D1066DA3247}"/>
              </a:ext>
            </a:extLst>
          </p:cNvPr>
          <p:cNvSpPr/>
          <p:nvPr/>
        </p:nvSpPr>
        <p:spPr>
          <a:xfrm>
            <a:off x="519113" y="6448817"/>
            <a:ext cx="3791215" cy="2425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FA1FD7A-5FBE-8365-A233-B904340C7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218" y="6447115"/>
            <a:ext cx="1809028" cy="297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norm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 dirty="0">
                <a:latin typeface="Arial" panose="020B0604020202020204" pitchFamily="34" charset="0"/>
              </a:rPr>
              <a:t>PHOTO 03: </a:t>
            </a:r>
            <a:r>
              <a:rPr lang="en-SG" sz="1200" dirty="0"/>
              <a:t>PHT_8836</a:t>
            </a:r>
          </a:p>
          <a:p>
            <a:endParaRPr lang="en-US" altLang="en-US" sz="1200" b="1" dirty="0">
              <a:latin typeface="Arial" panose="020B0604020202020204" pitchFamily="34" charset="0"/>
            </a:endParaRPr>
          </a:p>
        </p:txBody>
      </p:sp>
      <p:sp>
        <p:nvSpPr>
          <p:cNvPr id="20" name="Footer Placeholder 1">
            <a:extLst>
              <a:ext uri="{FF2B5EF4-FFF2-40B4-BE49-F238E27FC236}">
                <a16:creationId xmlns:a16="http://schemas.microsoft.com/office/drawing/2014/main" id="{9AFBCBA7-4C49-F5D3-D2C2-FD76E69B3104}"/>
              </a:ext>
            </a:extLst>
          </p:cNvPr>
          <p:cNvSpPr txBox="1">
            <a:spLocks/>
          </p:cNvSpPr>
          <p:nvPr/>
        </p:nvSpPr>
        <p:spPr>
          <a:xfrm>
            <a:off x="2310606" y="191633"/>
            <a:ext cx="2314575" cy="155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FIRETRACK AI</a:t>
            </a:r>
          </a:p>
        </p:txBody>
      </p:sp>
    </p:spTree>
    <p:extLst>
      <p:ext uri="{BB962C8B-B14F-4D97-AF65-F5344CB8AC3E}">
        <p14:creationId xmlns:p14="http://schemas.microsoft.com/office/powerpoint/2010/main" val="342145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4">
            <a:extLst>
              <a:ext uri="{FF2B5EF4-FFF2-40B4-BE49-F238E27FC236}">
                <a16:creationId xmlns:a16="http://schemas.microsoft.com/office/drawing/2014/main" id="{A1E56F2B-6F95-4AD9-80A4-C7617FBBD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0813"/>
            <a:ext cx="1114841" cy="297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923" tIns="40734" rIns="82923" bIns="40734">
            <a:sp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</a:rPr>
              <a:t>SECTION 4</a:t>
            </a:r>
          </a:p>
        </p:txBody>
      </p:sp>
      <p:sp>
        <p:nvSpPr>
          <p:cNvPr id="235" name="Text Box 8">
            <a:extLst>
              <a:ext uri="{FF2B5EF4-FFF2-40B4-BE49-F238E27FC236}">
                <a16:creationId xmlns:a16="http://schemas.microsoft.com/office/drawing/2014/main" id="{A854A7C6-AB0F-4E54-AC52-2A62B59DF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07538"/>
            <a:ext cx="6858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 dirty="0">
                <a:latin typeface="Arial" panose="020B0604020202020204" pitchFamily="34" charset="0"/>
              </a:rPr>
              <a:t>4 - 01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9AF00265-BDA7-4758-A38F-422F669D1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636436"/>
              </p:ext>
            </p:extLst>
          </p:nvPr>
        </p:nvGraphicFramePr>
        <p:xfrm>
          <a:off x="519285" y="1401216"/>
          <a:ext cx="5897562" cy="47773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6091">
                  <a:extLst>
                    <a:ext uri="{9D8B030D-6E8A-4147-A177-3AD203B41FA5}">
                      <a16:colId xmlns:a16="http://schemas.microsoft.com/office/drawing/2014/main" val="1842989846"/>
                    </a:ext>
                  </a:extLst>
                </a:gridCol>
                <a:gridCol w="1694688">
                  <a:extLst>
                    <a:ext uri="{9D8B030D-6E8A-4147-A177-3AD203B41FA5}">
                      <a16:colId xmlns:a16="http://schemas.microsoft.com/office/drawing/2014/main" val="1468255590"/>
                    </a:ext>
                  </a:extLst>
                </a:gridCol>
                <a:gridCol w="2856783">
                  <a:extLst>
                    <a:ext uri="{9D8B030D-6E8A-4147-A177-3AD203B41FA5}">
                      <a16:colId xmlns:a16="http://schemas.microsoft.com/office/drawing/2014/main" val="2251669297"/>
                    </a:ext>
                  </a:extLst>
                </a:gridCol>
              </a:tblGrid>
              <a:tr h="106156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Photo 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5931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lang="en-US" altLang="en-US" sz="1400" b="0" dirty="0">
                          <a:latin typeface="Arial" panose="020B0604020202020204" pitchFamily="34" charset="0"/>
                        </a:rPr>
                        <a:t>PHOTO 01</a:t>
                      </a:r>
                      <a:endParaRPr lang="en-SG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b="0" dirty="0"/>
                        <a:t>PHT_8836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95351"/>
                  </a:ext>
                </a:extLst>
              </a:tr>
              <a:tr h="7734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dirty="0">
                          <a:latin typeface="Arial" panose="020B0604020202020204" pitchFamily="34" charset="0"/>
                        </a:rPr>
                        <a:t>PHOTO 02</a:t>
                      </a:r>
                      <a:endParaRPr lang="en-SG" sz="1400" b="0" dirty="0"/>
                    </a:p>
                    <a:p>
                      <a:endParaRPr lang="en-SG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b="0" dirty="0"/>
                        <a:t>PHT_9682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65"/>
                  </a:ext>
                </a:extLst>
              </a:tr>
              <a:tr h="7734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dirty="0">
                          <a:latin typeface="Arial" panose="020B0604020202020204" pitchFamily="34" charset="0"/>
                        </a:rPr>
                        <a:t>PHOTO 03</a:t>
                      </a:r>
                      <a:endParaRPr lang="en-SG" sz="1400" b="0" dirty="0"/>
                    </a:p>
                    <a:p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0" dirty="0"/>
                        <a:t>PHT_4089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559814"/>
                  </a:ext>
                </a:extLst>
              </a:tr>
              <a:tr h="7734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dirty="0">
                          <a:latin typeface="Arial" panose="020B0604020202020204" pitchFamily="34" charset="0"/>
                        </a:rPr>
                        <a:t>PHOTO 04</a:t>
                      </a:r>
                      <a:endParaRPr lang="en-SG" sz="1400" b="0" dirty="0"/>
                    </a:p>
                    <a:p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0" dirty="0"/>
                        <a:t>PHT_4886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300719"/>
                  </a:ext>
                </a:extLst>
              </a:tr>
              <a:tr h="7734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dirty="0">
                          <a:latin typeface="Arial" panose="020B0604020202020204" pitchFamily="34" charset="0"/>
                        </a:rPr>
                        <a:t>PHOTO 05</a:t>
                      </a:r>
                      <a:endParaRPr lang="en-SG" sz="1400" b="0" dirty="0"/>
                    </a:p>
                    <a:p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b="0" dirty="0"/>
                        <a:t>PHT_0827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en-US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866423"/>
                  </a:ext>
                </a:extLst>
              </a:tr>
            </a:tbl>
          </a:graphicData>
        </a:graphic>
      </p:graphicFrame>
      <p:sp>
        <p:nvSpPr>
          <p:cNvPr id="2" name="Rectangle 3">
            <a:extLst>
              <a:ext uri="{FF2B5EF4-FFF2-40B4-BE49-F238E27FC236}">
                <a16:creationId xmlns:a16="http://schemas.microsoft.com/office/drawing/2014/main" id="{EC572583-D122-6269-2D48-472B62BD4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379413"/>
            <a:ext cx="5897562" cy="54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23" tIns="40734" rIns="82923" bIns="40734">
            <a:normAutofit/>
          </a:bodyPr>
          <a:lstStyle>
            <a:lvl1pPr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38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b="1" u="sng" dirty="0">
                <a:latin typeface="Arial" panose="020B0604020202020204" pitchFamily="34" charset="0"/>
                <a:ea typeface="Arial Bold" panose="020B0704020202020204" pitchFamily="34" charset="0"/>
                <a:cs typeface="Arial" panose="020B0604020202020204" pitchFamily="34" charset="0"/>
                <a:sym typeface="Arial Bold" panose="020B0704020202020204" pitchFamily="34" charset="0"/>
              </a:rPr>
              <a:t>PHOTO DESCRIPTION</a:t>
            </a:r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en-US" altLang="en-US" sz="1400" b="1" dirty="0">
              <a:latin typeface="Arial" panose="020B0604020202020204" pitchFamily="34" charset="0"/>
              <a:ea typeface="Arial Bold" panose="020B07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AFACD97-19B5-C3A7-EDDA-79A717A67C3E}"/>
              </a:ext>
            </a:extLst>
          </p:cNvPr>
          <p:cNvSpPr txBox="1">
            <a:spLocks/>
          </p:cNvSpPr>
          <p:nvPr/>
        </p:nvSpPr>
        <p:spPr>
          <a:xfrm>
            <a:off x="2310606" y="191633"/>
            <a:ext cx="2314575" cy="155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FIRETRACK AI</a:t>
            </a:r>
          </a:p>
        </p:txBody>
      </p:sp>
    </p:spTree>
    <p:extLst>
      <p:ext uri="{BB962C8B-B14F-4D97-AF65-F5344CB8AC3E}">
        <p14:creationId xmlns:p14="http://schemas.microsoft.com/office/powerpoint/2010/main" val="97297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8807</TotalTime>
  <Words>88</Words>
  <Application>Microsoft Office PowerPoint</Application>
  <PresentationFormat>A4 Paper (210x297 mm)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Haziq MOHD RAZIFF (SCDF)</dc:creator>
  <cp:lastModifiedBy>Chung Siang TAN (SCDF)</cp:lastModifiedBy>
  <cp:revision>224</cp:revision>
  <dcterms:created xsi:type="dcterms:W3CDTF">2021-01-15T06:39:30Z</dcterms:created>
  <dcterms:modified xsi:type="dcterms:W3CDTF">2026-09-08T06:50:55Z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70f46e1-5fba-47ae-991f-a0785d9c0dac_Enabled">
    <vt:lpwstr>true</vt:lpwstr>
  </property>
  <property fmtid="{D5CDD505-2E9C-101B-9397-08002B2CF9AE}" pid="3" name="MSIP_Label_770f46e1-5fba-47ae-991f-a0785d9c0dac_SetDate">
    <vt:lpwstr>2026-08-21T06:19:20Z</vt:lpwstr>
  </property>
  <property fmtid="{D5CDD505-2E9C-101B-9397-08002B2CF9AE}" pid="4" name="MSIP_Label_770f46e1-5fba-47ae-991f-a0785d9c0dac_Method">
    <vt:lpwstr>Privileged</vt:lpwstr>
  </property>
  <property fmtid="{D5CDD505-2E9C-101B-9397-08002B2CF9AE}" pid="5" name="MSIP_Label_770f46e1-5fba-47ae-991f-a0785d9c0dac_Name">
    <vt:lpwstr>Sensitive Normal_1</vt:lpwstr>
  </property>
  <property fmtid="{D5CDD505-2E9C-101B-9397-08002B2CF9AE}" pid="6" name="MSIP_Label_770f46e1-5fba-47ae-991f-a0785d9c0dac_SiteId">
    <vt:lpwstr>0b11c524-9a1c-4e1b-84cb-6336aefc2243</vt:lpwstr>
  </property>
  <property fmtid="{D5CDD505-2E9C-101B-9397-08002B2CF9AE}" pid="7" name="MSIP_Label_770f46e1-5fba-47ae-991f-a0785d9c0dac_ActionId">
    <vt:lpwstr>039bb006-484b-4dc5-8650-a025c97c0ac3</vt:lpwstr>
  </property>
  <property fmtid="{D5CDD505-2E9C-101B-9397-08002B2CF9AE}" pid="8" name="MSIP_Label_770f46e1-5fba-47ae-991f-a0785d9c0dac_ContentBits">
    <vt:lpwstr>0</vt:lpwstr>
  </property>
</Properties>
</file>