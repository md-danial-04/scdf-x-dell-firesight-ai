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343" r:id="rId2"/>
    <p:sldId id="375" r:id="rId3"/>
    <p:sldId id="399" r:id="rId4"/>
    <p:sldId id="345" r:id="rId5"/>
    <p:sldId id="443" r:id="rId6"/>
    <p:sldId id="414" r:id="rId7"/>
    <p:sldId id="445" r:id="rId8"/>
    <p:sldId id="442" r:id="rId9"/>
    <p:sldId id="444" r:id="rId10"/>
  </p:sldIdLst>
  <p:sldSz cx="6858000" cy="10080625"/>
  <p:notesSz cx="6797675" cy="9926638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300" b="1" u="sng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300" b="1" u="sng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300" b="1" u="sng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300" b="1" u="sng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300" b="1" u="sng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300" b="1" u="sng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300" b="1" u="sng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300" b="1" u="sng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300" b="1" u="sng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75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99"/>
    <a:srgbClr val="676767"/>
    <a:srgbClr val="DADADA"/>
    <a:srgbClr val="9191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64" autoAdjust="0"/>
    <p:restoredTop sz="92701" autoAdjust="0"/>
  </p:normalViewPr>
  <p:slideViewPr>
    <p:cSldViewPr>
      <p:cViewPr varScale="1">
        <p:scale>
          <a:sx n="40" d="100"/>
          <a:sy n="40" d="100"/>
        </p:scale>
        <p:origin x="2136" y="48"/>
      </p:cViewPr>
      <p:guideLst>
        <p:guide orient="horz" pos="3175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75273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357" y="4715155"/>
            <a:ext cx="4984962" cy="44669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243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133600" y="746125"/>
            <a:ext cx="2528888" cy="37195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1382597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SG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4593130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3132138"/>
            <a:ext cx="5829300" cy="21605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5711825"/>
            <a:ext cx="4800600" cy="2576513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338" y="6477000"/>
            <a:ext cx="5829300" cy="200342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338" y="4271963"/>
            <a:ext cx="5829300" cy="220503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0" y="2922588"/>
            <a:ext cx="2838450" cy="50403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05200" y="2922588"/>
            <a:ext cx="2838450" cy="50403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03225"/>
            <a:ext cx="6172200" cy="168116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255838"/>
            <a:ext cx="3030538" cy="9413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3197225"/>
            <a:ext cx="3030538" cy="58070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4563" y="2255838"/>
            <a:ext cx="3030537" cy="9413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4563" y="3197225"/>
            <a:ext cx="3030537" cy="58070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01638"/>
            <a:ext cx="2255838" cy="17081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8" y="401638"/>
            <a:ext cx="3833812" cy="86026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109788"/>
            <a:ext cx="2255838" cy="68945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613" y="7056438"/>
            <a:ext cx="4114800" cy="8334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613" y="900113"/>
            <a:ext cx="4114800" cy="60483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613" y="7889875"/>
            <a:ext cx="4114800" cy="11826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886325" y="1035050"/>
            <a:ext cx="1457325" cy="69278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350" y="1035050"/>
            <a:ext cx="4219575" cy="69278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14350" y="1035050"/>
            <a:ext cx="5829300" cy="14033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82923" tIns="40734" rIns="82923" bIns="4073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14350" y="2922588"/>
            <a:ext cx="5829300" cy="50403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82923" tIns="40734" rIns="82923" bIns="4073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838200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defTabSz="838200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itchFamily="18" charset="0"/>
        </a:defRPr>
      </a:lvl2pPr>
      <a:lvl3pPr algn="ctr" defTabSz="838200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itchFamily="18" charset="0"/>
        </a:defRPr>
      </a:lvl3pPr>
      <a:lvl4pPr algn="ctr" defTabSz="838200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itchFamily="18" charset="0"/>
        </a:defRPr>
      </a:lvl4pPr>
      <a:lvl5pPr algn="ctr" defTabSz="838200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itchFamily="18" charset="0"/>
        </a:defRPr>
      </a:lvl5pPr>
      <a:lvl6pPr marL="457200" algn="ctr" defTabSz="838200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itchFamily="18" charset="0"/>
        </a:defRPr>
      </a:lvl6pPr>
      <a:lvl7pPr marL="914400" algn="ctr" defTabSz="838200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itchFamily="18" charset="0"/>
        </a:defRPr>
      </a:lvl7pPr>
      <a:lvl8pPr marL="1371600" algn="ctr" defTabSz="838200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itchFamily="18" charset="0"/>
        </a:defRPr>
      </a:lvl8pPr>
      <a:lvl9pPr marL="1828800" algn="ctr" defTabSz="838200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itchFamily="18" charset="0"/>
        </a:defRPr>
      </a:lvl9pPr>
    </p:titleStyle>
    <p:bodyStyle>
      <a:lvl1pPr marL="314325" indent="-314325" algn="l" defTabSz="838200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900">
          <a:solidFill>
            <a:schemeClr val="tx1"/>
          </a:solidFill>
          <a:latin typeface="+mn-lt"/>
          <a:ea typeface="+mn-ea"/>
          <a:cs typeface="+mn-cs"/>
        </a:defRPr>
      </a:lvl1pPr>
      <a:lvl2pPr marL="681038" indent="-261938" algn="l" defTabSz="838200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600">
          <a:solidFill>
            <a:schemeClr val="tx1"/>
          </a:solidFill>
          <a:latin typeface="+mn-lt"/>
        </a:defRPr>
      </a:lvl2pPr>
      <a:lvl3pPr marL="1047750" indent="-209550" algn="l" defTabSz="838200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200">
          <a:solidFill>
            <a:schemeClr val="tx1"/>
          </a:solidFill>
          <a:latin typeface="+mn-lt"/>
        </a:defRPr>
      </a:lvl3pPr>
      <a:lvl4pPr marL="1466850" indent="-209550" algn="l" defTabSz="838200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>
          <a:solidFill>
            <a:schemeClr val="tx1"/>
          </a:solidFill>
          <a:latin typeface="+mn-lt"/>
        </a:defRPr>
      </a:lvl4pPr>
      <a:lvl5pPr marL="1885950" indent="-209550" algn="l" defTabSz="838200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>
          <a:solidFill>
            <a:schemeClr val="tx1"/>
          </a:solidFill>
          <a:latin typeface="+mn-lt"/>
        </a:defRPr>
      </a:lvl5pPr>
      <a:lvl6pPr marL="2343150" indent="-209550" algn="l" defTabSz="838200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>
          <a:solidFill>
            <a:schemeClr val="tx1"/>
          </a:solidFill>
          <a:latin typeface="+mn-lt"/>
        </a:defRPr>
      </a:lvl6pPr>
      <a:lvl7pPr marL="2800350" indent="-209550" algn="l" defTabSz="838200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>
          <a:solidFill>
            <a:schemeClr val="tx1"/>
          </a:solidFill>
          <a:latin typeface="+mn-lt"/>
        </a:defRPr>
      </a:lvl7pPr>
      <a:lvl8pPr marL="3257550" indent="-209550" algn="l" defTabSz="838200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>
          <a:solidFill>
            <a:schemeClr val="tx1"/>
          </a:solidFill>
          <a:latin typeface="+mn-lt"/>
        </a:defRPr>
      </a:lvl8pPr>
      <a:lvl9pPr marL="3714750" indent="-209550" algn="l" defTabSz="838200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6" name="Rectangle 132"/>
          <p:cNvSpPr>
            <a:spLocks noChangeArrowheads="1"/>
          </p:cNvSpPr>
          <p:nvPr/>
        </p:nvSpPr>
        <p:spPr bwMode="auto">
          <a:xfrm>
            <a:off x="5738813" y="392112"/>
            <a:ext cx="1027573" cy="31309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82923" tIns="40734" rIns="82923" bIns="40734">
            <a:spAutoFit/>
          </a:bodyPr>
          <a:lstStyle/>
          <a:p>
            <a:pPr defTabSz="838200" eaLnBrk="0" hangingPunct="0"/>
            <a:r>
              <a:rPr lang="en-US" sz="1500" dirty="0"/>
              <a:t>ANNEX A</a:t>
            </a:r>
          </a:p>
        </p:txBody>
      </p:sp>
      <p:sp>
        <p:nvSpPr>
          <p:cNvPr id="3087" name="Line 125"/>
          <p:cNvSpPr>
            <a:spLocks noChangeShapeType="1"/>
          </p:cNvSpPr>
          <p:nvPr/>
        </p:nvSpPr>
        <p:spPr bwMode="auto">
          <a:xfrm>
            <a:off x="381000" y="1382712"/>
            <a:ext cx="6248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SG"/>
          </a:p>
        </p:txBody>
      </p:sp>
      <p:sp>
        <p:nvSpPr>
          <p:cNvPr id="3089" name="Line 127"/>
          <p:cNvSpPr>
            <a:spLocks noChangeShapeType="1"/>
          </p:cNvSpPr>
          <p:nvPr/>
        </p:nvSpPr>
        <p:spPr bwMode="auto">
          <a:xfrm flipV="1">
            <a:off x="381001" y="9383712"/>
            <a:ext cx="6248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SG"/>
          </a:p>
        </p:txBody>
      </p:sp>
      <p:sp>
        <p:nvSpPr>
          <p:cNvPr id="3090" name="Line 129"/>
          <p:cNvSpPr>
            <a:spLocks noChangeShapeType="1"/>
          </p:cNvSpPr>
          <p:nvPr/>
        </p:nvSpPr>
        <p:spPr bwMode="auto">
          <a:xfrm>
            <a:off x="381000" y="8469312"/>
            <a:ext cx="62357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SG"/>
          </a:p>
        </p:txBody>
      </p:sp>
      <p:sp>
        <p:nvSpPr>
          <p:cNvPr id="3091" name="Line 142"/>
          <p:cNvSpPr>
            <a:spLocks noChangeShapeType="1"/>
          </p:cNvSpPr>
          <p:nvPr/>
        </p:nvSpPr>
        <p:spPr bwMode="auto">
          <a:xfrm>
            <a:off x="3810000" y="8469312"/>
            <a:ext cx="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SG"/>
          </a:p>
        </p:txBody>
      </p:sp>
      <p:sp>
        <p:nvSpPr>
          <p:cNvPr id="3093" name="Rectangle 2"/>
          <p:cNvSpPr>
            <a:spLocks noChangeArrowheads="1"/>
          </p:cNvSpPr>
          <p:nvPr/>
        </p:nvSpPr>
        <p:spPr bwMode="auto">
          <a:xfrm>
            <a:off x="0" y="49213"/>
            <a:ext cx="6858000" cy="266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82923" tIns="40734" rIns="82923" bIns="40734">
            <a:spAutoFit/>
          </a:bodyPr>
          <a:lstStyle/>
          <a:p>
            <a:pPr algn="ctr" defTabSz="838200" eaLnBrk="0" hangingPunct="0"/>
            <a:r>
              <a:rPr lang="en-US" sz="1200" u="none"/>
              <a:t>CONFIDENTIAL</a:t>
            </a:r>
          </a:p>
        </p:txBody>
      </p:sp>
      <p:sp>
        <p:nvSpPr>
          <p:cNvPr id="3094" name="Rectangle 2"/>
          <p:cNvSpPr>
            <a:spLocks noChangeArrowheads="1"/>
          </p:cNvSpPr>
          <p:nvPr/>
        </p:nvSpPr>
        <p:spPr bwMode="auto">
          <a:xfrm>
            <a:off x="0" y="9536113"/>
            <a:ext cx="6858000" cy="4508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82923" tIns="40734" rIns="82923" bIns="40734">
            <a:spAutoFit/>
          </a:bodyPr>
          <a:lstStyle/>
          <a:p>
            <a:pPr algn="ctr" defTabSz="838200" eaLnBrk="0" hangingPunct="0"/>
            <a:r>
              <a:rPr lang="en-US" sz="1200" u="none" dirty="0"/>
              <a:t>A-1</a:t>
            </a:r>
          </a:p>
          <a:p>
            <a:pPr algn="ctr" defTabSz="838200" eaLnBrk="0" hangingPunct="0"/>
            <a:r>
              <a:rPr lang="en-US" sz="1200" u="none" dirty="0"/>
              <a:t>CONFIDENTIAL</a:t>
            </a:r>
          </a:p>
        </p:txBody>
      </p:sp>
      <p:grpSp>
        <p:nvGrpSpPr>
          <p:cNvPr id="3" name="Group 37"/>
          <p:cNvGrpSpPr>
            <a:grpSpLocks/>
          </p:cNvGrpSpPr>
          <p:nvPr/>
        </p:nvGrpSpPr>
        <p:grpSpPr bwMode="auto">
          <a:xfrm>
            <a:off x="3948133" y="8553450"/>
            <a:ext cx="1622201" cy="601662"/>
            <a:chOff x="3868738" y="8389938"/>
            <a:chExt cx="1622111" cy="601662"/>
          </a:xfrm>
        </p:grpSpPr>
        <p:sp>
          <p:nvSpPr>
            <p:cNvPr id="3161" name="Rectangle 134"/>
            <p:cNvSpPr>
              <a:spLocks noChangeArrowheads="1"/>
            </p:cNvSpPr>
            <p:nvPr/>
          </p:nvSpPr>
          <p:spPr bwMode="auto">
            <a:xfrm>
              <a:off x="3868738" y="8389938"/>
              <a:ext cx="728517" cy="23615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82923" tIns="40734" rIns="82923" bIns="40734">
              <a:spAutoFit/>
            </a:bodyPr>
            <a:lstStyle/>
            <a:p>
              <a:pPr defTabSz="838200" eaLnBrk="0" hangingPunct="0"/>
              <a:r>
                <a:rPr lang="en-US" sz="1000" b="0" dirty="0"/>
                <a:t>LEGEND:</a:t>
              </a:r>
            </a:p>
          </p:txBody>
        </p:sp>
        <p:sp>
          <p:nvSpPr>
            <p:cNvPr id="3162" name="Rectangle 151"/>
            <p:cNvSpPr>
              <a:spLocks noChangeArrowheads="1"/>
            </p:cNvSpPr>
            <p:nvPr/>
          </p:nvSpPr>
          <p:spPr bwMode="auto">
            <a:xfrm>
              <a:off x="4046538" y="8763000"/>
              <a:ext cx="381000" cy="228600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3163" name="Text Box 152"/>
            <p:cNvSpPr txBox="1">
              <a:spLocks noChangeArrowheads="1"/>
            </p:cNvSpPr>
            <p:nvPr/>
          </p:nvSpPr>
          <p:spPr bwMode="auto">
            <a:xfrm>
              <a:off x="4564043" y="8770938"/>
              <a:ext cx="926806" cy="21544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800" b="0" u="none" dirty="0"/>
                <a:t>INCIDENT SITE</a:t>
              </a:r>
            </a:p>
          </p:txBody>
        </p:sp>
      </p:grpSp>
      <p:sp>
        <p:nvSpPr>
          <p:cNvPr id="3159" name="Rectangle 133"/>
          <p:cNvSpPr>
            <a:spLocks noChangeArrowheads="1"/>
          </p:cNvSpPr>
          <p:nvPr/>
        </p:nvSpPr>
        <p:spPr bwMode="auto">
          <a:xfrm>
            <a:off x="533400" y="8538085"/>
            <a:ext cx="722105" cy="23602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82923" tIns="40734" rIns="82923" bIns="40734">
            <a:spAutoFit/>
          </a:bodyPr>
          <a:lstStyle/>
          <a:p>
            <a:pPr defTabSz="838200" eaLnBrk="0" hangingPunct="0"/>
            <a:r>
              <a:rPr lang="en-US" sz="1000" b="0" dirty="0"/>
              <a:t>SKETCH:</a:t>
            </a:r>
          </a:p>
        </p:txBody>
      </p:sp>
      <p:sp>
        <p:nvSpPr>
          <p:cNvPr id="112" name="Rectangle 13"/>
          <p:cNvSpPr>
            <a:spLocks noChangeArrowheads="1"/>
          </p:cNvSpPr>
          <p:nvPr/>
        </p:nvSpPr>
        <p:spPr bwMode="auto">
          <a:xfrm>
            <a:off x="457200" y="8842016"/>
            <a:ext cx="3352800" cy="31309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82923" tIns="40734" rIns="82923" bIns="40734">
            <a:spAutoFit/>
          </a:bodyPr>
          <a:lstStyle/>
          <a:p>
            <a:pPr algn="ctr" defTabSz="838200"/>
            <a:r>
              <a:rPr lang="en-US" sz="1500" u="none" dirty="0"/>
              <a:t>LOCATION PLAN</a:t>
            </a:r>
            <a:endParaRPr lang="en-US" sz="1500" b="1" u="none" dirty="0">
              <a:latin typeface="Arial" charset="0"/>
            </a:endParaRPr>
          </a:p>
        </p:txBody>
      </p:sp>
      <p:sp>
        <p:nvSpPr>
          <p:cNvPr id="20" name="Line 126"/>
          <p:cNvSpPr>
            <a:spLocks noChangeShapeType="1"/>
          </p:cNvSpPr>
          <p:nvPr/>
        </p:nvSpPr>
        <p:spPr bwMode="auto">
          <a:xfrm flipH="1">
            <a:off x="373062" y="1382712"/>
            <a:ext cx="7937" cy="80057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SG"/>
          </a:p>
        </p:txBody>
      </p:sp>
      <p:sp>
        <p:nvSpPr>
          <p:cNvPr id="21" name="Line 128"/>
          <p:cNvSpPr>
            <a:spLocks noChangeShapeType="1"/>
          </p:cNvSpPr>
          <p:nvPr/>
        </p:nvSpPr>
        <p:spPr bwMode="auto">
          <a:xfrm flipH="1">
            <a:off x="6616700" y="1382712"/>
            <a:ext cx="12700" cy="80057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SG"/>
          </a:p>
        </p:txBody>
      </p:sp>
      <p:sp>
        <p:nvSpPr>
          <p:cNvPr id="19" name="Rectangle 189"/>
          <p:cNvSpPr>
            <a:spLocks noChangeArrowheads="1"/>
          </p:cNvSpPr>
          <p:nvPr/>
        </p:nvSpPr>
        <p:spPr bwMode="auto">
          <a:xfrm>
            <a:off x="609600" y="392112"/>
            <a:ext cx="1881076" cy="48237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82923" tIns="40734" rIns="82923" bIns="40734">
            <a:spAutoFit/>
          </a:bodyPr>
          <a:lstStyle/>
          <a:p>
            <a:pPr defTabSz="838200" eaLnBrk="0" hangingPunct="0"/>
            <a:r>
              <a:rPr lang="en-US" dirty="0"/>
              <a:t>INCIDENT NUMBER :</a:t>
            </a:r>
            <a:r>
              <a:rPr lang="en-US" b="0" u="none" dirty="0"/>
              <a:t> </a:t>
            </a:r>
          </a:p>
          <a:p>
            <a:pPr defTabSz="838200" eaLnBrk="0" hangingPunct="0"/>
            <a:r>
              <a:rPr lang="en-US" dirty="0"/>
              <a:t>LOCATION OF FIRE :</a:t>
            </a:r>
            <a:r>
              <a:rPr lang="en-US" b="0" u="none" dirty="0"/>
              <a:t>	</a:t>
            </a:r>
          </a:p>
        </p:txBody>
      </p:sp>
      <p:sp>
        <p:nvSpPr>
          <p:cNvPr id="22" name="Rectangle 151"/>
          <p:cNvSpPr>
            <a:spLocks noChangeArrowheads="1"/>
          </p:cNvSpPr>
          <p:nvPr/>
        </p:nvSpPr>
        <p:spPr bwMode="auto">
          <a:xfrm rot="21086223">
            <a:off x="1108926" y="5905761"/>
            <a:ext cx="1416333" cy="357709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6" name="Rectangle 132"/>
          <p:cNvSpPr>
            <a:spLocks noChangeArrowheads="1"/>
          </p:cNvSpPr>
          <p:nvPr/>
        </p:nvSpPr>
        <p:spPr bwMode="auto">
          <a:xfrm>
            <a:off x="5738813" y="392112"/>
            <a:ext cx="1035050" cy="3127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82923" tIns="40734" rIns="82923" bIns="40734">
            <a:spAutoFit/>
          </a:bodyPr>
          <a:lstStyle/>
          <a:p>
            <a:pPr defTabSz="838200" eaLnBrk="0" hangingPunct="0"/>
            <a:r>
              <a:rPr lang="en-US" sz="1500"/>
              <a:t>ANNEX B</a:t>
            </a:r>
          </a:p>
        </p:txBody>
      </p:sp>
      <p:sp>
        <p:nvSpPr>
          <p:cNvPr id="3087" name="Line 125"/>
          <p:cNvSpPr>
            <a:spLocks noChangeShapeType="1"/>
          </p:cNvSpPr>
          <p:nvPr/>
        </p:nvSpPr>
        <p:spPr bwMode="auto">
          <a:xfrm>
            <a:off x="381000" y="1382712"/>
            <a:ext cx="6248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SG"/>
          </a:p>
        </p:txBody>
      </p:sp>
      <p:sp>
        <p:nvSpPr>
          <p:cNvPr id="3089" name="Line 127"/>
          <p:cNvSpPr>
            <a:spLocks noChangeShapeType="1"/>
          </p:cNvSpPr>
          <p:nvPr/>
        </p:nvSpPr>
        <p:spPr bwMode="auto">
          <a:xfrm flipV="1">
            <a:off x="381001" y="9383712"/>
            <a:ext cx="6248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SG"/>
          </a:p>
        </p:txBody>
      </p:sp>
      <p:sp>
        <p:nvSpPr>
          <p:cNvPr id="3090" name="Line 129"/>
          <p:cNvSpPr>
            <a:spLocks noChangeShapeType="1"/>
          </p:cNvSpPr>
          <p:nvPr/>
        </p:nvSpPr>
        <p:spPr bwMode="auto">
          <a:xfrm flipV="1">
            <a:off x="381000" y="8465457"/>
            <a:ext cx="6235655" cy="3855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SG"/>
          </a:p>
        </p:txBody>
      </p:sp>
      <p:sp>
        <p:nvSpPr>
          <p:cNvPr id="3091" name="Line 142"/>
          <p:cNvSpPr>
            <a:spLocks noChangeShapeType="1"/>
          </p:cNvSpPr>
          <p:nvPr/>
        </p:nvSpPr>
        <p:spPr bwMode="auto">
          <a:xfrm>
            <a:off x="3810000" y="8469312"/>
            <a:ext cx="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SG"/>
          </a:p>
        </p:txBody>
      </p:sp>
      <p:sp>
        <p:nvSpPr>
          <p:cNvPr id="3093" name="Rectangle 2"/>
          <p:cNvSpPr>
            <a:spLocks noChangeArrowheads="1"/>
          </p:cNvSpPr>
          <p:nvPr/>
        </p:nvSpPr>
        <p:spPr bwMode="auto">
          <a:xfrm>
            <a:off x="0" y="49213"/>
            <a:ext cx="6858000" cy="266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82923" tIns="40734" rIns="82923" bIns="40734">
            <a:spAutoFit/>
          </a:bodyPr>
          <a:lstStyle/>
          <a:p>
            <a:pPr algn="ctr" defTabSz="838200" eaLnBrk="0" hangingPunct="0"/>
            <a:r>
              <a:rPr lang="en-US" sz="1200" u="none"/>
              <a:t>CONFIDENTIAL</a:t>
            </a:r>
          </a:p>
        </p:txBody>
      </p:sp>
      <p:sp>
        <p:nvSpPr>
          <p:cNvPr id="3094" name="Rectangle 2"/>
          <p:cNvSpPr>
            <a:spLocks noChangeArrowheads="1"/>
          </p:cNvSpPr>
          <p:nvPr/>
        </p:nvSpPr>
        <p:spPr bwMode="auto">
          <a:xfrm>
            <a:off x="0" y="9536113"/>
            <a:ext cx="6858000" cy="4508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82923" tIns="40734" rIns="82923" bIns="40734">
            <a:spAutoFit/>
          </a:bodyPr>
          <a:lstStyle/>
          <a:p>
            <a:pPr algn="ctr" defTabSz="838200" eaLnBrk="0" hangingPunct="0"/>
            <a:r>
              <a:rPr lang="en-US" sz="1200" u="none"/>
              <a:t>B-1</a:t>
            </a:r>
          </a:p>
          <a:p>
            <a:pPr algn="ctr" defTabSz="838200" eaLnBrk="0" hangingPunct="0"/>
            <a:r>
              <a:rPr lang="en-US" sz="1200" u="none"/>
              <a:t>CONFIDENTIAL</a:t>
            </a:r>
          </a:p>
        </p:txBody>
      </p:sp>
      <p:grpSp>
        <p:nvGrpSpPr>
          <p:cNvPr id="2" name="Group 37"/>
          <p:cNvGrpSpPr>
            <a:grpSpLocks/>
          </p:cNvGrpSpPr>
          <p:nvPr/>
        </p:nvGrpSpPr>
        <p:grpSpPr bwMode="auto">
          <a:xfrm>
            <a:off x="3948128" y="8553450"/>
            <a:ext cx="1965249" cy="601662"/>
            <a:chOff x="3868738" y="8389938"/>
            <a:chExt cx="1965142" cy="601662"/>
          </a:xfrm>
        </p:grpSpPr>
        <p:sp>
          <p:nvSpPr>
            <p:cNvPr id="3161" name="Rectangle 134"/>
            <p:cNvSpPr>
              <a:spLocks noChangeArrowheads="1"/>
            </p:cNvSpPr>
            <p:nvPr/>
          </p:nvSpPr>
          <p:spPr bwMode="auto">
            <a:xfrm>
              <a:off x="3868738" y="8389938"/>
              <a:ext cx="728517" cy="23615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82923" tIns="40734" rIns="82923" bIns="40734">
              <a:spAutoFit/>
            </a:bodyPr>
            <a:lstStyle/>
            <a:p>
              <a:pPr defTabSz="838200" eaLnBrk="0" hangingPunct="0"/>
              <a:r>
                <a:rPr lang="en-US" sz="1000" b="0" dirty="0"/>
                <a:t>LEGEND:</a:t>
              </a:r>
            </a:p>
          </p:txBody>
        </p:sp>
        <p:sp>
          <p:nvSpPr>
            <p:cNvPr id="3162" name="Rectangle 151"/>
            <p:cNvSpPr>
              <a:spLocks noChangeArrowheads="1"/>
            </p:cNvSpPr>
            <p:nvPr/>
          </p:nvSpPr>
          <p:spPr bwMode="auto">
            <a:xfrm>
              <a:off x="4046538" y="8763000"/>
              <a:ext cx="381000" cy="228600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3163" name="Text Box 152"/>
            <p:cNvSpPr txBox="1">
              <a:spLocks noChangeArrowheads="1"/>
            </p:cNvSpPr>
            <p:nvPr/>
          </p:nvSpPr>
          <p:spPr bwMode="auto">
            <a:xfrm>
              <a:off x="4564050" y="8770938"/>
              <a:ext cx="1269830" cy="21544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800" b="0" u="none" dirty="0"/>
                <a:t>THE AFFECTED AREA</a:t>
              </a:r>
            </a:p>
          </p:txBody>
        </p:sp>
      </p:grpSp>
      <p:sp>
        <p:nvSpPr>
          <p:cNvPr id="3159" name="Rectangle 133"/>
          <p:cNvSpPr>
            <a:spLocks noChangeArrowheads="1"/>
          </p:cNvSpPr>
          <p:nvPr/>
        </p:nvSpPr>
        <p:spPr bwMode="auto">
          <a:xfrm>
            <a:off x="533400" y="8538085"/>
            <a:ext cx="722105" cy="23602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82923" tIns="40734" rIns="82923" bIns="40734">
            <a:spAutoFit/>
          </a:bodyPr>
          <a:lstStyle/>
          <a:p>
            <a:pPr defTabSz="838200" eaLnBrk="0" hangingPunct="0"/>
            <a:r>
              <a:rPr lang="en-US" sz="1000" b="0" dirty="0"/>
              <a:t>SKETCH:</a:t>
            </a:r>
          </a:p>
        </p:txBody>
      </p:sp>
      <p:sp>
        <p:nvSpPr>
          <p:cNvPr id="112" name="Rectangle 13"/>
          <p:cNvSpPr>
            <a:spLocks noChangeArrowheads="1"/>
          </p:cNvSpPr>
          <p:nvPr/>
        </p:nvSpPr>
        <p:spPr bwMode="auto">
          <a:xfrm>
            <a:off x="457200" y="8850312"/>
            <a:ext cx="3352800" cy="31309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82923" tIns="40734" rIns="82923" bIns="40734">
            <a:spAutoFit/>
          </a:bodyPr>
          <a:lstStyle/>
          <a:p>
            <a:pPr algn="ctr" defTabSz="838200"/>
            <a:r>
              <a:rPr lang="en-US" sz="1500" u="none" dirty="0"/>
              <a:t>SITE / FLOOR</a:t>
            </a:r>
            <a:r>
              <a:rPr lang="en-US" sz="1500" b="1" u="none" dirty="0">
                <a:latin typeface="Arial" charset="0"/>
              </a:rPr>
              <a:t> PLAN</a:t>
            </a:r>
          </a:p>
        </p:txBody>
      </p:sp>
      <p:sp>
        <p:nvSpPr>
          <p:cNvPr id="101" name="Line 128"/>
          <p:cNvSpPr>
            <a:spLocks noChangeShapeType="1"/>
          </p:cNvSpPr>
          <p:nvPr/>
        </p:nvSpPr>
        <p:spPr bwMode="auto">
          <a:xfrm>
            <a:off x="6616655" y="1382712"/>
            <a:ext cx="44" cy="80057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SG"/>
          </a:p>
        </p:txBody>
      </p:sp>
      <p:sp>
        <p:nvSpPr>
          <p:cNvPr id="102" name="Line 126"/>
          <p:cNvSpPr>
            <a:spLocks noChangeShapeType="1"/>
          </p:cNvSpPr>
          <p:nvPr/>
        </p:nvSpPr>
        <p:spPr bwMode="auto">
          <a:xfrm flipH="1">
            <a:off x="373063" y="1374044"/>
            <a:ext cx="8586" cy="8014431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SG"/>
          </a:p>
        </p:txBody>
      </p:sp>
      <p:sp>
        <p:nvSpPr>
          <p:cNvPr id="5192" name="Text Box 18"/>
          <p:cNvSpPr txBox="1">
            <a:spLocks noChangeArrowheads="1"/>
          </p:cNvSpPr>
          <p:nvPr/>
        </p:nvSpPr>
        <p:spPr bwMode="auto">
          <a:xfrm>
            <a:off x="580693" y="8199886"/>
            <a:ext cx="1354138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800" b="0" dirty="0">
                <a:solidFill>
                  <a:schemeClr val="bg2"/>
                </a:solidFill>
              </a:rPr>
              <a:t>NOT DRAWN TO SCALE</a:t>
            </a:r>
          </a:p>
        </p:txBody>
      </p:sp>
      <p:sp>
        <p:nvSpPr>
          <p:cNvPr id="5193" name="Rectangle 189"/>
          <p:cNvSpPr>
            <a:spLocks noChangeArrowheads="1"/>
          </p:cNvSpPr>
          <p:nvPr/>
        </p:nvSpPr>
        <p:spPr bwMode="auto">
          <a:xfrm>
            <a:off x="609600" y="392112"/>
            <a:ext cx="1881076" cy="48237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82923" tIns="40734" rIns="82923" bIns="40734">
            <a:spAutoFit/>
          </a:bodyPr>
          <a:lstStyle/>
          <a:p>
            <a:pPr defTabSz="838200" eaLnBrk="0" hangingPunct="0"/>
            <a:r>
              <a:rPr lang="en-US" dirty="0"/>
              <a:t>INCIDENT NUMBER :</a:t>
            </a:r>
            <a:r>
              <a:rPr lang="en-US" b="0" u="none" dirty="0"/>
              <a:t> </a:t>
            </a:r>
          </a:p>
          <a:p>
            <a:pPr defTabSz="838200" eaLnBrk="0" hangingPunct="0"/>
            <a:r>
              <a:rPr lang="en-US" dirty="0"/>
              <a:t>LOCATION OF FIRE :</a:t>
            </a:r>
            <a:r>
              <a:rPr lang="en-US" b="0" u="none" dirty="0"/>
              <a:t>	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6" name="Rectangle 132"/>
          <p:cNvSpPr>
            <a:spLocks noChangeArrowheads="1"/>
          </p:cNvSpPr>
          <p:nvPr/>
        </p:nvSpPr>
        <p:spPr bwMode="auto">
          <a:xfrm>
            <a:off x="5738813" y="392112"/>
            <a:ext cx="1034691" cy="31309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82923" tIns="40734" rIns="82923" bIns="40734">
            <a:spAutoFit/>
          </a:bodyPr>
          <a:lstStyle/>
          <a:p>
            <a:pPr defTabSz="838200" eaLnBrk="0" hangingPunct="0"/>
            <a:r>
              <a:rPr lang="en-US" sz="1500" dirty="0"/>
              <a:t>ANNEX C</a:t>
            </a:r>
          </a:p>
        </p:txBody>
      </p:sp>
      <p:sp>
        <p:nvSpPr>
          <p:cNvPr id="3088" name="Line 126"/>
          <p:cNvSpPr>
            <a:spLocks noChangeShapeType="1"/>
          </p:cNvSpPr>
          <p:nvPr/>
        </p:nvSpPr>
        <p:spPr bwMode="auto">
          <a:xfrm>
            <a:off x="366901" y="1382712"/>
            <a:ext cx="6162" cy="80057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SG"/>
          </a:p>
        </p:txBody>
      </p:sp>
      <p:sp>
        <p:nvSpPr>
          <p:cNvPr id="3089" name="Line 127"/>
          <p:cNvSpPr>
            <a:spLocks noChangeShapeType="1"/>
          </p:cNvSpPr>
          <p:nvPr/>
        </p:nvSpPr>
        <p:spPr bwMode="auto">
          <a:xfrm flipV="1">
            <a:off x="373062" y="9383712"/>
            <a:ext cx="6256337" cy="3176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SG"/>
          </a:p>
        </p:txBody>
      </p:sp>
      <p:sp>
        <p:nvSpPr>
          <p:cNvPr id="3090" name="Line 129"/>
          <p:cNvSpPr>
            <a:spLocks noChangeShapeType="1"/>
          </p:cNvSpPr>
          <p:nvPr/>
        </p:nvSpPr>
        <p:spPr bwMode="auto">
          <a:xfrm>
            <a:off x="373063" y="8469312"/>
            <a:ext cx="6243637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SG"/>
          </a:p>
        </p:txBody>
      </p:sp>
      <p:sp>
        <p:nvSpPr>
          <p:cNvPr id="3091" name="Line 142"/>
          <p:cNvSpPr>
            <a:spLocks noChangeShapeType="1"/>
          </p:cNvSpPr>
          <p:nvPr/>
        </p:nvSpPr>
        <p:spPr bwMode="auto">
          <a:xfrm>
            <a:off x="3048000" y="8469312"/>
            <a:ext cx="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SG"/>
          </a:p>
        </p:txBody>
      </p:sp>
      <p:sp>
        <p:nvSpPr>
          <p:cNvPr id="3092" name="Line 128"/>
          <p:cNvSpPr>
            <a:spLocks noChangeShapeType="1"/>
          </p:cNvSpPr>
          <p:nvPr/>
        </p:nvSpPr>
        <p:spPr bwMode="auto">
          <a:xfrm flipH="1">
            <a:off x="6616700" y="1382712"/>
            <a:ext cx="17970" cy="80057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SG"/>
          </a:p>
        </p:txBody>
      </p:sp>
      <p:sp>
        <p:nvSpPr>
          <p:cNvPr id="3093" name="Rectangle 2"/>
          <p:cNvSpPr>
            <a:spLocks noChangeArrowheads="1"/>
          </p:cNvSpPr>
          <p:nvPr/>
        </p:nvSpPr>
        <p:spPr bwMode="auto">
          <a:xfrm>
            <a:off x="0" y="49213"/>
            <a:ext cx="6858000" cy="266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82923" tIns="40734" rIns="82923" bIns="40734">
            <a:spAutoFit/>
          </a:bodyPr>
          <a:lstStyle/>
          <a:p>
            <a:pPr algn="ctr" defTabSz="838200" eaLnBrk="0" hangingPunct="0"/>
            <a:r>
              <a:rPr lang="en-US" sz="1200" u="none"/>
              <a:t>CONFIDENTIAL</a:t>
            </a:r>
          </a:p>
        </p:txBody>
      </p:sp>
      <p:sp>
        <p:nvSpPr>
          <p:cNvPr id="3094" name="Rectangle 2"/>
          <p:cNvSpPr>
            <a:spLocks noChangeArrowheads="1"/>
          </p:cNvSpPr>
          <p:nvPr/>
        </p:nvSpPr>
        <p:spPr bwMode="auto">
          <a:xfrm>
            <a:off x="0" y="9536113"/>
            <a:ext cx="6858000" cy="4508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82923" tIns="40734" rIns="82923" bIns="40734">
            <a:spAutoFit/>
          </a:bodyPr>
          <a:lstStyle/>
          <a:p>
            <a:pPr algn="ctr" defTabSz="838200" eaLnBrk="0" hangingPunct="0"/>
            <a:r>
              <a:rPr lang="en-US" sz="1200" u="none" dirty="0"/>
              <a:t>C-1</a:t>
            </a:r>
          </a:p>
          <a:p>
            <a:pPr algn="ctr" defTabSz="838200" eaLnBrk="0" hangingPunct="0"/>
            <a:r>
              <a:rPr lang="en-US" sz="1200" u="none" dirty="0"/>
              <a:t>CONFIDENTIAL</a:t>
            </a:r>
          </a:p>
        </p:txBody>
      </p:sp>
      <p:sp>
        <p:nvSpPr>
          <p:cNvPr id="3159" name="Rectangle 133"/>
          <p:cNvSpPr>
            <a:spLocks noChangeArrowheads="1"/>
          </p:cNvSpPr>
          <p:nvPr/>
        </p:nvSpPr>
        <p:spPr bwMode="auto">
          <a:xfrm>
            <a:off x="457200" y="8469312"/>
            <a:ext cx="722105" cy="23602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82923" tIns="40734" rIns="82923" bIns="40734">
            <a:spAutoFit/>
          </a:bodyPr>
          <a:lstStyle/>
          <a:p>
            <a:pPr defTabSz="838200" eaLnBrk="0" hangingPunct="0"/>
            <a:r>
              <a:rPr lang="en-US" sz="1000" b="0" dirty="0"/>
              <a:t>SKETCH:</a:t>
            </a:r>
          </a:p>
        </p:txBody>
      </p:sp>
      <p:sp>
        <p:nvSpPr>
          <p:cNvPr id="21" name="Rectangle 13"/>
          <p:cNvSpPr>
            <a:spLocks noChangeArrowheads="1"/>
          </p:cNvSpPr>
          <p:nvPr/>
        </p:nvSpPr>
        <p:spPr bwMode="auto">
          <a:xfrm>
            <a:off x="685800" y="8697912"/>
            <a:ext cx="1905000" cy="45159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82923" tIns="40734" rIns="82923" bIns="40734">
            <a:spAutoFit/>
          </a:bodyPr>
          <a:lstStyle/>
          <a:p>
            <a:pPr algn="ctr" defTabSz="838200" eaLnBrk="0" hangingPunct="0"/>
            <a:r>
              <a:rPr lang="en-US" sz="1200" u="none" dirty="0"/>
              <a:t>LAYOUT PLAN OF THE </a:t>
            </a:r>
          </a:p>
          <a:p>
            <a:pPr algn="ctr" defTabSz="838200" eaLnBrk="0" hangingPunct="0"/>
            <a:r>
              <a:rPr lang="en-US" sz="1200" u="none" dirty="0"/>
              <a:t>AFFECTED AREA</a:t>
            </a:r>
          </a:p>
        </p:txBody>
      </p:sp>
      <p:grpSp>
        <p:nvGrpSpPr>
          <p:cNvPr id="2" name="Group 33"/>
          <p:cNvGrpSpPr>
            <a:grpSpLocks/>
          </p:cNvGrpSpPr>
          <p:nvPr/>
        </p:nvGrpSpPr>
        <p:grpSpPr bwMode="auto">
          <a:xfrm>
            <a:off x="3157769" y="8469312"/>
            <a:ext cx="1795233" cy="849312"/>
            <a:chOff x="4375427" y="8389938"/>
            <a:chExt cx="1795441" cy="849312"/>
          </a:xfrm>
        </p:grpSpPr>
        <p:sp>
          <p:nvSpPr>
            <p:cNvPr id="23" name="Rectangle 8"/>
            <p:cNvSpPr>
              <a:spLocks noChangeArrowheads="1"/>
            </p:cNvSpPr>
            <p:nvPr/>
          </p:nvSpPr>
          <p:spPr bwMode="auto">
            <a:xfrm>
              <a:off x="4375427" y="8389938"/>
              <a:ext cx="728516" cy="23615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82923" tIns="40734" rIns="82923" bIns="40734">
              <a:spAutoFit/>
            </a:bodyPr>
            <a:lstStyle/>
            <a:p>
              <a:pPr defTabSz="838200" eaLnBrk="0" hangingPunct="0"/>
              <a:r>
                <a:rPr lang="en-US" sz="1000" b="0" dirty="0"/>
                <a:t>LEGEND:</a:t>
              </a:r>
            </a:p>
          </p:txBody>
        </p:sp>
        <p:sp>
          <p:nvSpPr>
            <p:cNvPr id="24" name="Rectangle 10"/>
            <p:cNvSpPr>
              <a:spLocks noChangeArrowheads="1"/>
            </p:cNvSpPr>
            <p:nvPr/>
          </p:nvSpPr>
          <p:spPr bwMode="auto">
            <a:xfrm>
              <a:off x="4494317" y="8643938"/>
              <a:ext cx="304791" cy="228600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5" name="Text Box 11"/>
            <p:cNvSpPr txBox="1">
              <a:spLocks noChangeArrowheads="1"/>
            </p:cNvSpPr>
            <p:nvPr/>
          </p:nvSpPr>
          <p:spPr bwMode="auto">
            <a:xfrm>
              <a:off x="4875317" y="8618538"/>
              <a:ext cx="1295551" cy="58477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0" hangingPunct="0"/>
              <a:r>
                <a:rPr lang="en-US" sz="800" b="0" u="none" dirty="0"/>
                <a:t>THE AFFECTED AREA</a:t>
              </a:r>
            </a:p>
            <a:p>
              <a:pPr eaLnBrk="0" hangingPunct="0"/>
              <a:endParaRPr lang="en-US" sz="800" b="0" dirty="0"/>
            </a:p>
            <a:p>
              <a:pPr eaLnBrk="0" hangingPunct="0"/>
              <a:endParaRPr lang="en-US" sz="800" b="0" dirty="0"/>
            </a:p>
            <a:p>
              <a:pPr eaLnBrk="0" hangingPunct="0"/>
              <a:r>
                <a:rPr lang="en-US" sz="800" b="0" u="none" dirty="0"/>
                <a:t>AREA OF FIRE ORIGIN</a:t>
              </a:r>
            </a:p>
          </p:txBody>
        </p:sp>
        <p:sp>
          <p:nvSpPr>
            <p:cNvPr id="26" name="Oval 12"/>
            <p:cNvSpPr>
              <a:spLocks noChangeArrowheads="1"/>
            </p:cNvSpPr>
            <p:nvPr/>
          </p:nvSpPr>
          <p:spPr bwMode="auto">
            <a:xfrm>
              <a:off x="4494308" y="8934450"/>
              <a:ext cx="304800" cy="304800"/>
            </a:xfrm>
            <a:prstGeom prst="ellips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sp>
        <p:nvSpPr>
          <p:cNvPr id="772" name="Line 127"/>
          <p:cNvSpPr>
            <a:spLocks noChangeShapeType="1"/>
          </p:cNvSpPr>
          <p:nvPr/>
        </p:nvSpPr>
        <p:spPr bwMode="auto">
          <a:xfrm>
            <a:off x="373063" y="1382712"/>
            <a:ext cx="625633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SG"/>
          </a:p>
        </p:txBody>
      </p:sp>
      <p:grpSp>
        <p:nvGrpSpPr>
          <p:cNvPr id="883" name="Group 882"/>
          <p:cNvGrpSpPr/>
          <p:nvPr/>
        </p:nvGrpSpPr>
        <p:grpSpPr>
          <a:xfrm>
            <a:off x="4953000" y="8642126"/>
            <a:ext cx="304800" cy="284386"/>
            <a:chOff x="1331640" y="6309321"/>
            <a:chExt cx="360041" cy="360585"/>
          </a:xfrm>
        </p:grpSpPr>
        <p:cxnSp>
          <p:nvCxnSpPr>
            <p:cNvPr id="889" name="Straight Arrow Connector 888"/>
            <p:cNvCxnSpPr/>
            <p:nvPr/>
          </p:nvCxnSpPr>
          <p:spPr>
            <a:xfrm flipV="1">
              <a:off x="1464618" y="6309320"/>
              <a:ext cx="227062" cy="216024"/>
            </a:xfrm>
            <a:prstGeom prst="straightConnector1">
              <a:avLst/>
            </a:prstGeom>
            <a:ln w="19050">
              <a:solidFill>
                <a:srgbClr val="0000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0" name="Oval 889"/>
            <p:cNvSpPr/>
            <p:nvPr/>
          </p:nvSpPr>
          <p:spPr>
            <a:xfrm>
              <a:off x="1331640" y="6389846"/>
              <a:ext cx="265956" cy="28006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en-GB" sz="1000" b="0" u="none" dirty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W</a:t>
              </a:r>
            </a:p>
          </p:txBody>
        </p:sp>
      </p:grpSp>
      <p:sp>
        <p:nvSpPr>
          <p:cNvPr id="891" name="Text Box 11"/>
          <p:cNvSpPr txBox="1">
            <a:spLocks noChangeArrowheads="1"/>
          </p:cNvSpPr>
          <p:nvPr/>
        </p:nvSpPr>
        <p:spPr bwMode="auto">
          <a:xfrm>
            <a:off x="5257800" y="8697912"/>
            <a:ext cx="1295400" cy="21544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en-US" sz="800" b="0" u="none" dirty="0"/>
              <a:t>WITNESS VIEWPOINT</a:t>
            </a:r>
          </a:p>
        </p:txBody>
      </p:sp>
      <p:sp>
        <p:nvSpPr>
          <p:cNvPr id="29" name="Text Box 18"/>
          <p:cNvSpPr txBox="1">
            <a:spLocks noChangeArrowheads="1"/>
          </p:cNvSpPr>
          <p:nvPr/>
        </p:nvSpPr>
        <p:spPr bwMode="auto">
          <a:xfrm>
            <a:off x="580693" y="8199886"/>
            <a:ext cx="1354138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800" b="0" dirty="0">
                <a:solidFill>
                  <a:schemeClr val="bg2"/>
                </a:solidFill>
              </a:rPr>
              <a:t>NOT DRAWN TO SCALE</a:t>
            </a:r>
          </a:p>
        </p:txBody>
      </p:sp>
      <p:sp>
        <p:nvSpPr>
          <p:cNvPr id="252" name="Rectangle 189"/>
          <p:cNvSpPr>
            <a:spLocks noChangeArrowheads="1"/>
          </p:cNvSpPr>
          <p:nvPr/>
        </p:nvSpPr>
        <p:spPr bwMode="auto">
          <a:xfrm>
            <a:off x="609600" y="392112"/>
            <a:ext cx="1881076" cy="48237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82923" tIns="40734" rIns="82923" bIns="40734">
            <a:spAutoFit/>
          </a:bodyPr>
          <a:lstStyle/>
          <a:p>
            <a:pPr defTabSz="838200" eaLnBrk="0" hangingPunct="0"/>
            <a:r>
              <a:rPr lang="en-US" dirty="0"/>
              <a:t>INCIDENT NUMBER :</a:t>
            </a:r>
            <a:r>
              <a:rPr lang="en-US" b="0" u="none" dirty="0"/>
              <a:t> </a:t>
            </a:r>
          </a:p>
          <a:p>
            <a:pPr defTabSz="838200" eaLnBrk="0" hangingPunct="0"/>
            <a:r>
              <a:rPr lang="en-US" dirty="0"/>
              <a:t>LOCATION OF FIRE :</a:t>
            </a:r>
            <a:r>
              <a:rPr lang="en-US" b="0" u="none" dirty="0"/>
              <a:t>	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ChangeArrowheads="1"/>
          </p:cNvSpPr>
          <p:nvPr/>
        </p:nvSpPr>
        <p:spPr bwMode="auto">
          <a:xfrm>
            <a:off x="5738813" y="392112"/>
            <a:ext cx="1023937" cy="3111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82923" tIns="40734" rIns="82923" bIns="40734">
            <a:spAutoFit/>
          </a:bodyPr>
          <a:lstStyle/>
          <a:p>
            <a:pPr defTabSz="838200" eaLnBrk="0" hangingPunct="0"/>
            <a:r>
              <a:rPr lang="en-US" sz="1500" dirty="0"/>
              <a:t>ANNEX D</a:t>
            </a:r>
          </a:p>
        </p:txBody>
      </p:sp>
      <p:sp>
        <p:nvSpPr>
          <p:cNvPr id="5123" name="Rectangle 9"/>
          <p:cNvSpPr>
            <a:spLocks noChangeArrowheads="1"/>
          </p:cNvSpPr>
          <p:nvPr/>
        </p:nvSpPr>
        <p:spPr bwMode="auto">
          <a:xfrm>
            <a:off x="0" y="1317625"/>
            <a:ext cx="6858000" cy="903288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457056" tIns="40734" rIns="82923" bIns="0" anchor="ctr">
            <a:spAutoFit/>
          </a:bodyPr>
          <a:lstStyle/>
          <a:p>
            <a:pPr algn="ctr" eaLnBrk="0" hangingPunct="0"/>
            <a:r>
              <a:rPr lang="en-GB" sz="1400" u="none" dirty="0">
                <a:latin typeface="Times New Roman" pitchFamily="18" charset="0"/>
                <a:cs typeface="Times New Roman" pitchFamily="18" charset="0"/>
              </a:rPr>
              <a:t>		        </a:t>
            </a:r>
            <a:endParaRPr lang="en-US" sz="600" u="none" dirty="0">
              <a:latin typeface="Times New Roman" pitchFamily="18" charset="0"/>
            </a:endParaRPr>
          </a:p>
          <a:p>
            <a:pPr eaLnBrk="0" hangingPunct="0"/>
            <a:r>
              <a:rPr lang="en-GB" sz="1800" b="0" u="none" dirty="0"/>
              <a:t>TABLE OF PHOTO-LOG</a:t>
            </a:r>
            <a:endParaRPr lang="en-GB" sz="1200" dirty="0"/>
          </a:p>
          <a:p>
            <a:pPr algn="ctr" eaLnBrk="0" hangingPunct="0"/>
            <a:endParaRPr lang="en-GB" sz="2400" b="0" u="none" dirty="0">
              <a:latin typeface="Times New Roman" pitchFamily="18" charset="0"/>
            </a:endParaRPr>
          </a:p>
        </p:txBody>
      </p:sp>
      <p:graphicFrame>
        <p:nvGraphicFramePr>
          <p:cNvPr id="112747" name="Group 10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3852966"/>
              </p:ext>
            </p:extLst>
          </p:nvPr>
        </p:nvGraphicFramePr>
        <p:xfrm>
          <a:off x="381000" y="2006600"/>
          <a:ext cx="6172200" cy="2170562"/>
        </p:xfrm>
        <a:graphic>
          <a:graphicData uri="http://schemas.openxmlformats.org/drawingml/2006/table">
            <a:tbl>
              <a:tblPr/>
              <a:tblGrid>
                <a:gridCol w="11335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20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51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Photo</a:t>
                      </a:r>
                      <a:endParaRPr kumimoji="0" 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</a:endParaRPr>
                    </a:p>
                  </a:txBody>
                  <a:tcPr marL="82923" marR="82923" marT="40734" marB="4073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Photo UID No.</a:t>
                      </a:r>
                      <a:endParaRPr kumimoji="0" lang="en-GB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</a:endParaRPr>
                    </a:p>
                  </a:txBody>
                  <a:tcPr marL="82923" marR="82923" marT="40734" marB="4073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Captions</a:t>
                      </a:r>
                      <a:endParaRPr kumimoji="0" lang="en-GB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</a:endParaRPr>
                    </a:p>
                  </a:txBody>
                  <a:tcPr marL="82923" marR="82923" marT="40734" marB="4073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77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82923" marR="82923" marT="40734" marB="4073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u="non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2923" marR="82923" marT="40734" marB="4073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en-US" sz="1200" b="0" u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923" marR="82923" marT="40734" marB="4073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82923" marR="82923" marT="40734" marB="4073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u="non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2923" marR="82923" marT="40734" marB="4073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u="none" dirty="0">
                        <a:solidFill>
                          <a:srgbClr val="FF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2923" marR="82923" marT="40734" marB="4073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82923" marR="82923" marT="40734" marB="4073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u="non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2923" marR="82923" marT="40734" marB="4073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u="none" dirty="0">
                        <a:solidFill>
                          <a:srgbClr val="FF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2923" marR="82923" marT="40734" marB="4073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82923" marR="82923" marT="40734" marB="4073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u="non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2923" marR="82923" marT="40734" marB="4073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en-US" sz="1200" b="0" u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923" marR="82923" marT="40734" marB="4073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82923" marR="82923" marT="40734" marB="4073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u="non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2923" marR="82923" marT="40734" marB="4073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 eaLnBrk="0" hangingPunct="0"/>
                      <a:endParaRPr lang="en-US" sz="1200" b="0" u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923" marR="82923" marT="40734" marB="4073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82923" marR="82923" marT="40734" marB="4073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u="non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2923" marR="82923" marT="40734" marB="4073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en-US" sz="1200" b="0" u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923" marR="82923" marT="40734" marB="4073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82923" marR="82923" marT="40734" marB="4073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u="non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2923" marR="82923" marT="40734" marB="4073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en-US" sz="1200" b="0" u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923" marR="82923" marT="40734" marB="4073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146" name="Rectangle 2"/>
          <p:cNvSpPr>
            <a:spLocks noChangeArrowheads="1"/>
          </p:cNvSpPr>
          <p:nvPr/>
        </p:nvSpPr>
        <p:spPr bwMode="auto">
          <a:xfrm>
            <a:off x="0" y="49213"/>
            <a:ext cx="6858000" cy="266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82923" tIns="40734" rIns="82923" bIns="40734">
            <a:spAutoFit/>
          </a:bodyPr>
          <a:lstStyle/>
          <a:p>
            <a:pPr algn="ctr" defTabSz="838200" eaLnBrk="0" hangingPunct="0"/>
            <a:r>
              <a:rPr lang="en-US" sz="1200" u="none"/>
              <a:t>CONFIDENTIAL</a:t>
            </a:r>
          </a:p>
        </p:txBody>
      </p:sp>
      <p:sp>
        <p:nvSpPr>
          <p:cNvPr id="5147" name="Rectangle 2"/>
          <p:cNvSpPr>
            <a:spLocks noChangeArrowheads="1"/>
          </p:cNvSpPr>
          <p:nvPr/>
        </p:nvSpPr>
        <p:spPr bwMode="auto">
          <a:xfrm>
            <a:off x="0" y="9536113"/>
            <a:ext cx="6858000" cy="4508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82923" tIns="40734" rIns="82923" bIns="40734">
            <a:spAutoFit/>
          </a:bodyPr>
          <a:lstStyle/>
          <a:p>
            <a:pPr algn="ctr" defTabSz="838200" eaLnBrk="0" hangingPunct="0"/>
            <a:r>
              <a:rPr lang="en-US" sz="1200" u="none"/>
              <a:t>D-1</a:t>
            </a:r>
          </a:p>
          <a:p>
            <a:pPr algn="ctr" defTabSz="838200" eaLnBrk="0" hangingPunct="0"/>
            <a:r>
              <a:rPr lang="en-US" sz="1200" u="none"/>
              <a:t>CONFIDENTIAL</a:t>
            </a:r>
          </a:p>
        </p:txBody>
      </p:sp>
      <p:sp>
        <p:nvSpPr>
          <p:cNvPr id="8" name="Rectangle 189"/>
          <p:cNvSpPr>
            <a:spLocks noChangeArrowheads="1"/>
          </p:cNvSpPr>
          <p:nvPr/>
        </p:nvSpPr>
        <p:spPr bwMode="auto">
          <a:xfrm>
            <a:off x="609600" y="392112"/>
            <a:ext cx="1881076" cy="48237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82923" tIns="40734" rIns="82923" bIns="40734">
            <a:spAutoFit/>
          </a:bodyPr>
          <a:lstStyle/>
          <a:p>
            <a:pPr defTabSz="838200" eaLnBrk="0" hangingPunct="0"/>
            <a:r>
              <a:rPr lang="en-US" dirty="0"/>
              <a:t>INCIDENT NUMBER :</a:t>
            </a:r>
            <a:r>
              <a:rPr lang="en-US" b="0" u="none" dirty="0"/>
              <a:t> </a:t>
            </a:r>
          </a:p>
          <a:p>
            <a:pPr defTabSz="838200" eaLnBrk="0" hangingPunct="0"/>
            <a:r>
              <a:rPr lang="en-US" dirty="0"/>
              <a:t>LOCATION OF FIRE :</a:t>
            </a:r>
            <a:r>
              <a:rPr lang="en-US" b="0" u="none" dirty="0"/>
              <a:t>	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6" name="Rectangle 132"/>
          <p:cNvSpPr>
            <a:spLocks noChangeArrowheads="1"/>
          </p:cNvSpPr>
          <p:nvPr/>
        </p:nvSpPr>
        <p:spPr bwMode="auto">
          <a:xfrm>
            <a:off x="5738813" y="392112"/>
            <a:ext cx="1023469" cy="31309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82923" tIns="40734" rIns="82923" bIns="40734">
            <a:spAutoFit/>
          </a:bodyPr>
          <a:lstStyle/>
          <a:p>
            <a:pPr defTabSz="838200" eaLnBrk="0" hangingPunct="0"/>
            <a:r>
              <a:rPr lang="en-US" sz="1500" dirty="0"/>
              <a:t>ANNEX E</a:t>
            </a:r>
          </a:p>
        </p:txBody>
      </p:sp>
      <p:sp>
        <p:nvSpPr>
          <p:cNvPr id="3088" name="Line 126"/>
          <p:cNvSpPr>
            <a:spLocks noChangeShapeType="1"/>
          </p:cNvSpPr>
          <p:nvPr/>
        </p:nvSpPr>
        <p:spPr bwMode="auto">
          <a:xfrm>
            <a:off x="369660" y="1382712"/>
            <a:ext cx="3403" cy="80057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SG"/>
          </a:p>
        </p:txBody>
      </p:sp>
      <p:sp>
        <p:nvSpPr>
          <p:cNvPr id="3089" name="Line 127"/>
          <p:cNvSpPr>
            <a:spLocks noChangeShapeType="1"/>
          </p:cNvSpPr>
          <p:nvPr/>
        </p:nvSpPr>
        <p:spPr bwMode="auto">
          <a:xfrm>
            <a:off x="373064" y="9383712"/>
            <a:ext cx="6256336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SG"/>
          </a:p>
        </p:txBody>
      </p:sp>
      <p:sp>
        <p:nvSpPr>
          <p:cNvPr id="3090" name="Line 129"/>
          <p:cNvSpPr>
            <a:spLocks noChangeShapeType="1"/>
          </p:cNvSpPr>
          <p:nvPr/>
        </p:nvSpPr>
        <p:spPr bwMode="auto">
          <a:xfrm flipV="1">
            <a:off x="373063" y="8458532"/>
            <a:ext cx="6243635" cy="1078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SG"/>
          </a:p>
        </p:txBody>
      </p:sp>
      <p:sp>
        <p:nvSpPr>
          <p:cNvPr id="3091" name="Line 142"/>
          <p:cNvSpPr>
            <a:spLocks noChangeShapeType="1"/>
          </p:cNvSpPr>
          <p:nvPr/>
        </p:nvSpPr>
        <p:spPr bwMode="auto">
          <a:xfrm>
            <a:off x="3878263" y="8469312"/>
            <a:ext cx="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SG"/>
          </a:p>
        </p:txBody>
      </p:sp>
      <p:sp>
        <p:nvSpPr>
          <p:cNvPr id="3092" name="Line 128"/>
          <p:cNvSpPr>
            <a:spLocks noChangeShapeType="1"/>
          </p:cNvSpPr>
          <p:nvPr/>
        </p:nvSpPr>
        <p:spPr bwMode="auto">
          <a:xfrm flipH="1">
            <a:off x="6616699" y="1382712"/>
            <a:ext cx="17433" cy="80057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SG"/>
          </a:p>
        </p:txBody>
      </p:sp>
      <p:sp>
        <p:nvSpPr>
          <p:cNvPr id="3093" name="Rectangle 2"/>
          <p:cNvSpPr>
            <a:spLocks noChangeArrowheads="1"/>
          </p:cNvSpPr>
          <p:nvPr/>
        </p:nvSpPr>
        <p:spPr bwMode="auto">
          <a:xfrm>
            <a:off x="0" y="49213"/>
            <a:ext cx="6858000" cy="266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82923" tIns="40734" rIns="82923" bIns="40734">
            <a:spAutoFit/>
          </a:bodyPr>
          <a:lstStyle/>
          <a:p>
            <a:pPr algn="ctr" defTabSz="838200" eaLnBrk="0" hangingPunct="0"/>
            <a:r>
              <a:rPr lang="en-US" sz="1200" u="none"/>
              <a:t>CONFIDENTIAL</a:t>
            </a:r>
          </a:p>
        </p:txBody>
      </p:sp>
      <p:sp>
        <p:nvSpPr>
          <p:cNvPr id="3094" name="Rectangle 2"/>
          <p:cNvSpPr>
            <a:spLocks noChangeArrowheads="1"/>
          </p:cNvSpPr>
          <p:nvPr/>
        </p:nvSpPr>
        <p:spPr bwMode="auto">
          <a:xfrm>
            <a:off x="0" y="9536113"/>
            <a:ext cx="6858000" cy="4508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82923" tIns="40734" rIns="82923" bIns="40734">
            <a:spAutoFit/>
          </a:bodyPr>
          <a:lstStyle/>
          <a:p>
            <a:pPr algn="ctr" defTabSz="838200" eaLnBrk="0" hangingPunct="0"/>
            <a:r>
              <a:rPr lang="en-US" sz="1200" u="none" dirty="0"/>
              <a:t>E-1</a:t>
            </a:r>
          </a:p>
          <a:p>
            <a:pPr algn="ctr" defTabSz="838200" eaLnBrk="0" hangingPunct="0"/>
            <a:r>
              <a:rPr lang="en-US" sz="1200" u="none" dirty="0"/>
              <a:t>CONFIDENTIAL</a:t>
            </a:r>
          </a:p>
        </p:txBody>
      </p:sp>
      <p:sp>
        <p:nvSpPr>
          <p:cNvPr id="772" name="Line 127"/>
          <p:cNvSpPr>
            <a:spLocks noChangeShapeType="1"/>
          </p:cNvSpPr>
          <p:nvPr/>
        </p:nvSpPr>
        <p:spPr bwMode="auto">
          <a:xfrm>
            <a:off x="373063" y="1382712"/>
            <a:ext cx="625633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SG"/>
          </a:p>
        </p:txBody>
      </p:sp>
      <p:grpSp>
        <p:nvGrpSpPr>
          <p:cNvPr id="627" name="Group 24"/>
          <p:cNvGrpSpPr>
            <a:grpSpLocks/>
          </p:cNvGrpSpPr>
          <p:nvPr/>
        </p:nvGrpSpPr>
        <p:grpSpPr bwMode="auto">
          <a:xfrm>
            <a:off x="525463" y="8552477"/>
            <a:ext cx="3352800" cy="839224"/>
            <a:chOff x="457200" y="8369300"/>
            <a:chExt cx="3352800" cy="838683"/>
          </a:xfrm>
        </p:grpSpPr>
        <p:sp>
          <p:nvSpPr>
            <p:cNvPr id="652" name="Rectangle 133"/>
            <p:cNvSpPr>
              <a:spLocks noChangeArrowheads="1"/>
            </p:cNvSpPr>
            <p:nvPr/>
          </p:nvSpPr>
          <p:spPr bwMode="auto">
            <a:xfrm>
              <a:off x="533400" y="8369300"/>
              <a:ext cx="722105" cy="23615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82923" tIns="40734" rIns="82923" bIns="40734">
              <a:spAutoFit/>
            </a:bodyPr>
            <a:lstStyle/>
            <a:p>
              <a:pPr defTabSz="838200" eaLnBrk="0" hangingPunct="0"/>
              <a:r>
                <a:rPr lang="en-US" sz="1000" b="0"/>
                <a:t>SKETCH:</a:t>
              </a:r>
            </a:p>
          </p:txBody>
        </p:sp>
        <p:sp>
          <p:nvSpPr>
            <p:cNvPr id="654" name="Rectangle 13"/>
            <p:cNvSpPr>
              <a:spLocks noChangeArrowheads="1"/>
            </p:cNvSpPr>
            <p:nvPr/>
          </p:nvSpPr>
          <p:spPr bwMode="auto">
            <a:xfrm>
              <a:off x="457200" y="8541374"/>
              <a:ext cx="3352800" cy="66660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82923" tIns="40734" rIns="82923" bIns="40734">
              <a:spAutoFit/>
            </a:bodyPr>
            <a:lstStyle/>
            <a:p>
              <a:pPr algn="ctr" defTabSz="838200" eaLnBrk="0" hangingPunct="0"/>
              <a:r>
                <a:rPr lang="en-US" sz="1400" u="none" dirty="0"/>
                <a:t>PHOTO-LOG</a:t>
              </a:r>
            </a:p>
            <a:p>
              <a:pPr algn="ctr" defTabSz="838200" eaLnBrk="0" hangingPunct="0"/>
              <a:r>
                <a:rPr lang="en-US" sz="1200" u="none" dirty="0"/>
                <a:t>(Photos 1 to 10) </a:t>
              </a:r>
            </a:p>
            <a:p>
              <a:pPr algn="ctr" defTabSz="838200" eaLnBrk="0" hangingPunct="0"/>
              <a:endParaRPr lang="en-US" sz="1200" u="none" dirty="0"/>
            </a:p>
          </p:txBody>
        </p:sp>
      </p:grpSp>
      <p:grpSp>
        <p:nvGrpSpPr>
          <p:cNvPr id="656" name="Group 38"/>
          <p:cNvGrpSpPr>
            <a:grpSpLocks/>
          </p:cNvGrpSpPr>
          <p:nvPr/>
        </p:nvGrpSpPr>
        <p:grpSpPr bwMode="auto">
          <a:xfrm>
            <a:off x="4016376" y="8585200"/>
            <a:ext cx="2147887" cy="646112"/>
            <a:chOff x="3898900" y="8383588"/>
            <a:chExt cx="2147410" cy="646699"/>
          </a:xfrm>
        </p:grpSpPr>
        <p:sp>
          <p:nvSpPr>
            <p:cNvPr id="660" name="Rectangle 186"/>
            <p:cNvSpPr>
              <a:spLocks noChangeArrowheads="1"/>
            </p:cNvSpPr>
            <p:nvPr/>
          </p:nvSpPr>
          <p:spPr bwMode="auto">
            <a:xfrm>
              <a:off x="3898900" y="8383588"/>
              <a:ext cx="744547" cy="23615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82923" tIns="40734" rIns="82923" bIns="40734">
              <a:spAutoFit/>
            </a:bodyPr>
            <a:lstStyle/>
            <a:p>
              <a:pPr defTabSz="838200" eaLnBrk="0" hangingPunct="0"/>
              <a:r>
                <a:rPr lang="en-US" sz="1000" b="0"/>
                <a:t>LEGEND:</a:t>
              </a:r>
            </a:p>
          </p:txBody>
        </p:sp>
        <p:sp>
          <p:nvSpPr>
            <p:cNvPr id="662" name="Rectangle 187"/>
            <p:cNvSpPr>
              <a:spLocks noChangeArrowheads="1"/>
            </p:cNvSpPr>
            <p:nvPr/>
          </p:nvSpPr>
          <p:spPr bwMode="auto">
            <a:xfrm>
              <a:off x="4367212" y="8824913"/>
              <a:ext cx="1679098" cy="20537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82923" tIns="40734" rIns="82923" bIns="40734">
              <a:spAutoFit/>
            </a:bodyPr>
            <a:lstStyle/>
            <a:p>
              <a:pPr defTabSz="838200" eaLnBrk="0" hangingPunct="0"/>
              <a:r>
                <a:rPr lang="en-US" sz="800" b="0" u="none" dirty="0"/>
                <a:t>DIRECTION OF PHOTO TAKEN</a:t>
              </a:r>
            </a:p>
          </p:txBody>
        </p:sp>
      </p:grpSp>
      <p:grpSp>
        <p:nvGrpSpPr>
          <p:cNvPr id="557" name="Group 556"/>
          <p:cNvGrpSpPr/>
          <p:nvPr/>
        </p:nvGrpSpPr>
        <p:grpSpPr>
          <a:xfrm>
            <a:off x="4106863" y="8926512"/>
            <a:ext cx="304800" cy="284386"/>
            <a:chOff x="1331640" y="6309320"/>
            <a:chExt cx="360040" cy="360586"/>
          </a:xfrm>
        </p:grpSpPr>
        <p:cxnSp>
          <p:nvCxnSpPr>
            <p:cNvPr id="558" name="Straight Arrow Connector 557"/>
            <p:cNvCxnSpPr/>
            <p:nvPr/>
          </p:nvCxnSpPr>
          <p:spPr>
            <a:xfrm flipV="1">
              <a:off x="1464618" y="6309320"/>
              <a:ext cx="227062" cy="216024"/>
            </a:xfrm>
            <a:prstGeom prst="straightConnector1">
              <a:avLst/>
            </a:prstGeom>
            <a:ln w="19050">
              <a:solidFill>
                <a:srgbClr val="0000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0" name="Oval 559"/>
            <p:cNvSpPr/>
            <p:nvPr/>
          </p:nvSpPr>
          <p:spPr>
            <a:xfrm>
              <a:off x="1331640" y="6389846"/>
              <a:ext cx="265956" cy="28006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en-GB" sz="1000" b="0" u="none" dirty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X</a:t>
              </a:r>
            </a:p>
          </p:txBody>
        </p:sp>
      </p:grpSp>
      <p:sp>
        <p:nvSpPr>
          <p:cNvPr id="5236" name="Text Box 18"/>
          <p:cNvSpPr txBox="1">
            <a:spLocks noChangeArrowheads="1"/>
          </p:cNvSpPr>
          <p:nvPr/>
        </p:nvSpPr>
        <p:spPr bwMode="auto">
          <a:xfrm>
            <a:off x="580693" y="8199886"/>
            <a:ext cx="1354138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800" b="0" dirty="0">
                <a:solidFill>
                  <a:schemeClr val="bg2"/>
                </a:solidFill>
              </a:rPr>
              <a:t>NOT DRAWN TO SCALE</a:t>
            </a:r>
          </a:p>
        </p:txBody>
      </p:sp>
      <p:sp>
        <p:nvSpPr>
          <p:cNvPr id="5237" name="Rectangle 189"/>
          <p:cNvSpPr>
            <a:spLocks noChangeArrowheads="1"/>
          </p:cNvSpPr>
          <p:nvPr/>
        </p:nvSpPr>
        <p:spPr bwMode="auto">
          <a:xfrm>
            <a:off x="609600" y="392112"/>
            <a:ext cx="1881076" cy="48237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82923" tIns="40734" rIns="82923" bIns="40734">
            <a:spAutoFit/>
          </a:bodyPr>
          <a:lstStyle/>
          <a:p>
            <a:pPr defTabSz="838200" eaLnBrk="0" hangingPunct="0"/>
            <a:r>
              <a:rPr lang="en-US" dirty="0"/>
              <a:t>INCIDENT NUMBER :</a:t>
            </a:r>
            <a:r>
              <a:rPr lang="en-US" b="0" u="none" dirty="0"/>
              <a:t> </a:t>
            </a:r>
          </a:p>
          <a:p>
            <a:pPr defTabSz="838200" eaLnBrk="0" hangingPunct="0"/>
            <a:r>
              <a:rPr lang="en-US" dirty="0"/>
              <a:t>LOCATION OF FIRE :</a:t>
            </a:r>
            <a:r>
              <a:rPr lang="en-US" b="0" u="none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86173033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1066800" y="4430712"/>
            <a:ext cx="4800600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lvl="0" eaLnBrk="0" hangingPunct="0"/>
            <a:r>
              <a:rPr lang="en-US" sz="1200" u="none" dirty="0"/>
              <a:t>PHOTO 1		</a:t>
            </a:r>
            <a:r>
              <a:rPr lang="en-US" sz="1200" b="0" u="none" dirty="0">
                <a:latin typeface="Arial" pitchFamily="34" charset="0"/>
                <a:cs typeface="Arial" pitchFamily="34" charset="0"/>
              </a:rPr>
              <a:t> 	                       </a:t>
            </a:r>
            <a:r>
              <a:rPr lang="en-US" sz="12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XXXX/XXXX</a:t>
            </a:r>
          </a:p>
        </p:txBody>
      </p:sp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1143000" y="1230312"/>
            <a:ext cx="4640263" cy="3187700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3076" name="Rectangle 15"/>
          <p:cNvSpPr>
            <a:spLocks noChangeArrowheads="1"/>
          </p:cNvSpPr>
          <p:nvPr/>
        </p:nvSpPr>
        <p:spPr bwMode="auto">
          <a:xfrm>
            <a:off x="5738813" y="392112"/>
            <a:ext cx="1012249" cy="31309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82923" tIns="40734" rIns="82923" bIns="40734">
            <a:spAutoFit/>
          </a:bodyPr>
          <a:lstStyle/>
          <a:p>
            <a:pPr defTabSz="838200" eaLnBrk="0" hangingPunct="0"/>
            <a:r>
              <a:rPr lang="en-US" sz="1500" dirty="0"/>
              <a:t>ANNEX F</a:t>
            </a:r>
          </a:p>
        </p:txBody>
      </p:sp>
      <p:sp>
        <p:nvSpPr>
          <p:cNvPr id="3077" name="Rectangle 2"/>
          <p:cNvSpPr>
            <a:spLocks noChangeArrowheads="1"/>
          </p:cNvSpPr>
          <p:nvPr/>
        </p:nvSpPr>
        <p:spPr bwMode="auto">
          <a:xfrm>
            <a:off x="0" y="49213"/>
            <a:ext cx="6858000" cy="266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82923" tIns="40734" rIns="82923" bIns="40734">
            <a:spAutoFit/>
          </a:bodyPr>
          <a:lstStyle/>
          <a:p>
            <a:pPr algn="ctr" defTabSz="838200" eaLnBrk="0" hangingPunct="0"/>
            <a:r>
              <a:rPr lang="en-US" sz="1200" u="none"/>
              <a:t>CONFIDENTIAL</a:t>
            </a:r>
          </a:p>
        </p:txBody>
      </p:sp>
      <p:sp>
        <p:nvSpPr>
          <p:cNvPr id="3078" name="Rectangle 2"/>
          <p:cNvSpPr>
            <a:spLocks noChangeArrowheads="1"/>
          </p:cNvSpPr>
          <p:nvPr/>
        </p:nvSpPr>
        <p:spPr bwMode="auto">
          <a:xfrm>
            <a:off x="0" y="9536113"/>
            <a:ext cx="6858000" cy="4508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82923" tIns="40734" rIns="82923" bIns="40734">
            <a:spAutoFit/>
          </a:bodyPr>
          <a:lstStyle/>
          <a:p>
            <a:pPr algn="ctr" defTabSz="838200" eaLnBrk="0" hangingPunct="0"/>
            <a:r>
              <a:rPr lang="en-US" sz="1200" u="none" dirty="0"/>
              <a:t>F-1</a:t>
            </a:r>
          </a:p>
          <a:p>
            <a:pPr algn="ctr" defTabSz="838200" eaLnBrk="0" hangingPunct="0"/>
            <a:r>
              <a:rPr lang="en-US" sz="1200" u="none" dirty="0"/>
              <a:t>CONFIDENTIAL</a:t>
            </a: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1143000" y="5421312"/>
            <a:ext cx="4640263" cy="3187700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4" name="Rectangle 2"/>
          <p:cNvSpPr>
            <a:spLocks noChangeArrowheads="1"/>
          </p:cNvSpPr>
          <p:nvPr/>
        </p:nvSpPr>
        <p:spPr bwMode="auto">
          <a:xfrm>
            <a:off x="1066800" y="8628273"/>
            <a:ext cx="4800600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lvl="0" eaLnBrk="0" hangingPunct="0"/>
            <a:r>
              <a:rPr lang="en-US" sz="1200" u="none" dirty="0"/>
              <a:t>PHOTO 2		                                             </a:t>
            </a:r>
            <a:r>
              <a:rPr lang="en-US" sz="12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XXXX/XXXX</a:t>
            </a:r>
            <a:endParaRPr lang="en-US" sz="1200" u="none" dirty="0">
              <a:solidFill>
                <a:srgbClr val="FF0000"/>
              </a:solidFill>
            </a:endParaRPr>
          </a:p>
        </p:txBody>
      </p:sp>
      <p:sp>
        <p:nvSpPr>
          <p:cNvPr id="12" name="Rectangle 189"/>
          <p:cNvSpPr>
            <a:spLocks noChangeArrowheads="1"/>
          </p:cNvSpPr>
          <p:nvPr/>
        </p:nvSpPr>
        <p:spPr bwMode="auto">
          <a:xfrm>
            <a:off x="609600" y="392112"/>
            <a:ext cx="1881076" cy="48237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82923" tIns="40734" rIns="82923" bIns="40734">
            <a:spAutoFit/>
          </a:bodyPr>
          <a:lstStyle/>
          <a:p>
            <a:pPr defTabSz="838200" eaLnBrk="0" hangingPunct="0"/>
            <a:r>
              <a:rPr lang="en-US" dirty="0"/>
              <a:t>INCIDENT NUMBER :</a:t>
            </a:r>
            <a:r>
              <a:rPr lang="en-US" b="0" u="none" dirty="0"/>
              <a:t> </a:t>
            </a:r>
          </a:p>
          <a:p>
            <a:pPr defTabSz="838200" eaLnBrk="0" hangingPunct="0"/>
            <a:r>
              <a:rPr lang="en-US" dirty="0"/>
              <a:t>LOCATION OF FIRE :</a:t>
            </a:r>
            <a:r>
              <a:rPr lang="en-US" b="0" u="none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365843904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4"/>
          <p:cNvSpPr>
            <a:spLocks noChangeArrowheads="1"/>
          </p:cNvSpPr>
          <p:nvPr/>
        </p:nvSpPr>
        <p:spPr bwMode="auto">
          <a:xfrm rot="-5400000">
            <a:off x="-573882" y="2497932"/>
            <a:ext cx="4640263" cy="3187700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SzPct val="100000"/>
              <a:buChar char="•"/>
              <a:defRPr sz="2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SzPct val="10000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SzPct val="100000"/>
              <a:buChar char="•"/>
              <a:defRPr sz="2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SzPct val="100000"/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SzPct val="10000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1300">
              <a:latin typeface="Arial" panose="020B0604020202020204" pitchFamily="34" charset="0"/>
            </a:endParaRPr>
          </a:p>
        </p:txBody>
      </p:sp>
      <p:sp>
        <p:nvSpPr>
          <p:cNvPr id="7171" name="Rectangle 15"/>
          <p:cNvSpPr>
            <a:spLocks noChangeArrowheads="1"/>
          </p:cNvSpPr>
          <p:nvPr/>
        </p:nvSpPr>
        <p:spPr bwMode="auto">
          <a:xfrm>
            <a:off x="5738813" y="460375"/>
            <a:ext cx="1012249" cy="313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923" tIns="40734" rIns="82923" bIns="40734">
            <a:spAutoFit/>
          </a:bodyPr>
          <a:lstStyle>
            <a:lvl1pPr defTabSz="838200" eaLnBrk="0" hangingPunct="0">
              <a:spcBef>
                <a:spcPct val="20000"/>
              </a:spcBef>
              <a:buSzPct val="100000"/>
              <a:buChar char="•"/>
              <a:defRPr sz="2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38200" eaLnBrk="0" hangingPunct="0">
              <a:spcBef>
                <a:spcPct val="20000"/>
              </a:spcBef>
              <a:buSzPct val="10000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38200" eaLnBrk="0" hangingPunct="0">
              <a:spcBef>
                <a:spcPct val="20000"/>
              </a:spcBef>
              <a:buSzPct val="100000"/>
              <a:buChar char="•"/>
              <a:defRPr sz="2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38200" eaLnBrk="0" hangingPunct="0">
              <a:spcBef>
                <a:spcPct val="20000"/>
              </a:spcBef>
              <a:buSzPct val="100000"/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38200" eaLnBrk="0" hangingPunct="0">
              <a:spcBef>
                <a:spcPct val="20000"/>
              </a:spcBef>
              <a:buSzPct val="10000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382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382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382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382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500" dirty="0">
                <a:latin typeface="Arial" panose="020B0604020202020204" pitchFamily="34" charset="0"/>
              </a:rPr>
              <a:t>ANNEX F</a:t>
            </a:r>
          </a:p>
        </p:txBody>
      </p:sp>
      <p:sp>
        <p:nvSpPr>
          <p:cNvPr id="7172" name="Rectangle 2"/>
          <p:cNvSpPr>
            <a:spLocks noChangeArrowheads="1"/>
          </p:cNvSpPr>
          <p:nvPr/>
        </p:nvSpPr>
        <p:spPr bwMode="auto">
          <a:xfrm>
            <a:off x="0" y="49213"/>
            <a:ext cx="68580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23" tIns="40734" rIns="82923" bIns="40734">
            <a:spAutoFit/>
          </a:bodyPr>
          <a:lstStyle>
            <a:lvl1pPr defTabSz="838200" eaLnBrk="0" hangingPunct="0">
              <a:spcBef>
                <a:spcPct val="20000"/>
              </a:spcBef>
              <a:buSzPct val="100000"/>
              <a:buChar char="•"/>
              <a:defRPr sz="2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38200" eaLnBrk="0" hangingPunct="0">
              <a:spcBef>
                <a:spcPct val="20000"/>
              </a:spcBef>
              <a:buSzPct val="10000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38200" eaLnBrk="0" hangingPunct="0">
              <a:spcBef>
                <a:spcPct val="20000"/>
              </a:spcBef>
              <a:buSzPct val="100000"/>
              <a:buChar char="•"/>
              <a:defRPr sz="2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38200" eaLnBrk="0" hangingPunct="0">
              <a:spcBef>
                <a:spcPct val="20000"/>
              </a:spcBef>
              <a:buSzPct val="100000"/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38200" eaLnBrk="0" hangingPunct="0">
              <a:spcBef>
                <a:spcPct val="20000"/>
              </a:spcBef>
              <a:buSzPct val="10000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382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382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382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382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200" u="none">
                <a:latin typeface="Arial" panose="020B0604020202020204" pitchFamily="34" charset="0"/>
              </a:rPr>
              <a:t>CONFIDENTIAL</a:t>
            </a:r>
          </a:p>
        </p:txBody>
      </p:sp>
      <p:sp>
        <p:nvSpPr>
          <p:cNvPr id="7173" name="Rectangle 2"/>
          <p:cNvSpPr>
            <a:spLocks noChangeArrowheads="1"/>
          </p:cNvSpPr>
          <p:nvPr/>
        </p:nvSpPr>
        <p:spPr bwMode="auto">
          <a:xfrm>
            <a:off x="0" y="9536113"/>
            <a:ext cx="6858000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23" tIns="40734" rIns="82923" bIns="40734">
            <a:spAutoFit/>
          </a:bodyPr>
          <a:lstStyle>
            <a:lvl1pPr defTabSz="838200" eaLnBrk="0" hangingPunct="0">
              <a:spcBef>
                <a:spcPct val="20000"/>
              </a:spcBef>
              <a:buSzPct val="100000"/>
              <a:buChar char="•"/>
              <a:defRPr sz="2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38200" eaLnBrk="0" hangingPunct="0">
              <a:spcBef>
                <a:spcPct val="20000"/>
              </a:spcBef>
              <a:buSzPct val="10000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38200" eaLnBrk="0" hangingPunct="0">
              <a:spcBef>
                <a:spcPct val="20000"/>
              </a:spcBef>
              <a:buSzPct val="100000"/>
              <a:buChar char="•"/>
              <a:defRPr sz="2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38200" eaLnBrk="0" hangingPunct="0">
              <a:spcBef>
                <a:spcPct val="20000"/>
              </a:spcBef>
              <a:buSzPct val="100000"/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38200" eaLnBrk="0" hangingPunct="0">
              <a:spcBef>
                <a:spcPct val="20000"/>
              </a:spcBef>
              <a:buSzPct val="10000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382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382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382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382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200" u="none" dirty="0">
                <a:latin typeface="Arial" panose="020B0604020202020204" pitchFamily="34" charset="0"/>
              </a:rPr>
              <a:t>F-2</a:t>
            </a:r>
          </a:p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200" u="none" dirty="0">
                <a:latin typeface="Arial" panose="020B0604020202020204" pitchFamily="34" charset="0"/>
              </a:rPr>
              <a:t>CONFIDENTIAL</a:t>
            </a:r>
          </a:p>
        </p:txBody>
      </p:sp>
      <p:sp>
        <p:nvSpPr>
          <p:cNvPr id="7175" name="Rectangle 4"/>
          <p:cNvSpPr>
            <a:spLocks noChangeArrowheads="1"/>
          </p:cNvSpPr>
          <p:nvPr/>
        </p:nvSpPr>
        <p:spPr bwMode="auto">
          <a:xfrm rot="-5400000">
            <a:off x="2778918" y="2497932"/>
            <a:ext cx="4640263" cy="3187700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SzPct val="100000"/>
              <a:buChar char="•"/>
              <a:defRPr sz="2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SzPct val="10000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SzPct val="100000"/>
              <a:buChar char="•"/>
              <a:defRPr sz="2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SzPct val="100000"/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SzPct val="10000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1300">
              <a:latin typeface="Arial" panose="020B0604020202020204" pitchFamily="34" charset="0"/>
            </a:endParaRPr>
          </a:p>
        </p:txBody>
      </p:sp>
      <p:sp>
        <p:nvSpPr>
          <p:cNvPr id="7176" name="Rectangle 2"/>
          <p:cNvSpPr>
            <a:spLocks noChangeArrowheads="1"/>
          </p:cNvSpPr>
          <p:nvPr/>
        </p:nvSpPr>
        <p:spPr bwMode="auto">
          <a:xfrm>
            <a:off x="82550" y="6411913"/>
            <a:ext cx="3346450" cy="277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SzPct val="100000"/>
              <a:buChar char="•"/>
              <a:defRPr sz="2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SzPct val="10000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SzPct val="100000"/>
              <a:buChar char="•"/>
              <a:defRPr sz="2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SzPct val="100000"/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SzPct val="10000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200" u="none" dirty="0">
                <a:latin typeface="Arial" panose="020B0604020202020204" pitchFamily="34" charset="0"/>
              </a:rPr>
              <a:t>PHOTO 3	                                </a:t>
            </a:r>
            <a:r>
              <a:rPr lang="en-US" altLang="en-US" sz="1200" u="none" dirty="0">
                <a:solidFill>
                  <a:srgbClr val="FF0000"/>
                </a:solidFill>
                <a:latin typeface="Arial" panose="020B0604020202020204" pitchFamily="34" charset="0"/>
              </a:rPr>
              <a:t>XXXX/XXXX</a:t>
            </a:r>
          </a:p>
        </p:txBody>
      </p:sp>
      <p:sp>
        <p:nvSpPr>
          <p:cNvPr id="7179" name="Rectangle 2"/>
          <p:cNvSpPr>
            <a:spLocks noChangeArrowheads="1"/>
          </p:cNvSpPr>
          <p:nvPr/>
        </p:nvSpPr>
        <p:spPr bwMode="auto">
          <a:xfrm>
            <a:off x="3429000" y="6407150"/>
            <a:ext cx="3346450" cy="277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SzPct val="100000"/>
              <a:buChar char="•"/>
              <a:defRPr sz="2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SzPct val="10000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SzPct val="100000"/>
              <a:buChar char="•"/>
              <a:defRPr sz="2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SzPct val="100000"/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SzPct val="10000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200" u="none" dirty="0">
                <a:latin typeface="Arial" panose="020B0604020202020204" pitchFamily="34" charset="0"/>
              </a:rPr>
              <a:t>COPY OF PHOTO 3		                </a:t>
            </a:r>
          </a:p>
        </p:txBody>
      </p:sp>
      <p:sp>
        <p:nvSpPr>
          <p:cNvPr id="15" name="Rectangle 189"/>
          <p:cNvSpPr>
            <a:spLocks noChangeArrowheads="1"/>
          </p:cNvSpPr>
          <p:nvPr/>
        </p:nvSpPr>
        <p:spPr bwMode="auto">
          <a:xfrm>
            <a:off x="609600" y="392112"/>
            <a:ext cx="1881076" cy="48237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82923" tIns="40734" rIns="82923" bIns="40734">
            <a:spAutoFit/>
          </a:bodyPr>
          <a:lstStyle/>
          <a:p>
            <a:pPr defTabSz="838200" eaLnBrk="0" hangingPunct="0"/>
            <a:r>
              <a:rPr lang="en-US" dirty="0"/>
              <a:t>INCIDENT NUMBER :</a:t>
            </a:r>
            <a:r>
              <a:rPr lang="en-US" b="0" u="none" dirty="0"/>
              <a:t> </a:t>
            </a:r>
          </a:p>
          <a:p>
            <a:pPr defTabSz="838200" eaLnBrk="0" hangingPunct="0"/>
            <a:r>
              <a:rPr lang="en-US" dirty="0"/>
              <a:t>LOCATION OF FIRE :</a:t>
            </a:r>
            <a:r>
              <a:rPr lang="en-US" b="0" u="none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126512704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1066800" y="4430712"/>
            <a:ext cx="4800600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lvl="0" eaLnBrk="0" hangingPunct="0"/>
            <a:r>
              <a:rPr lang="en-US" sz="1200" u="none" dirty="0"/>
              <a:t>PHOTO 4		</a:t>
            </a:r>
            <a:r>
              <a:rPr lang="en-US" sz="1200" b="0" u="none" dirty="0">
                <a:latin typeface="Arial" pitchFamily="34" charset="0"/>
                <a:cs typeface="Arial" pitchFamily="34" charset="0"/>
              </a:rPr>
              <a:t> 	                       </a:t>
            </a:r>
            <a:r>
              <a:rPr lang="en-US" sz="12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XXXX/XXXX</a:t>
            </a:r>
          </a:p>
        </p:txBody>
      </p:sp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1143000" y="1230312"/>
            <a:ext cx="4640263" cy="3187700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3076" name="Rectangle 15"/>
          <p:cNvSpPr>
            <a:spLocks noChangeArrowheads="1"/>
          </p:cNvSpPr>
          <p:nvPr/>
        </p:nvSpPr>
        <p:spPr bwMode="auto">
          <a:xfrm>
            <a:off x="5738813" y="392112"/>
            <a:ext cx="1012249" cy="31309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82923" tIns="40734" rIns="82923" bIns="40734">
            <a:spAutoFit/>
          </a:bodyPr>
          <a:lstStyle/>
          <a:p>
            <a:pPr defTabSz="838200" eaLnBrk="0" hangingPunct="0"/>
            <a:r>
              <a:rPr lang="en-US" sz="1500" dirty="0"/>
              <a:t>ANNEX F</a:t>
            </a:r>
          </a:p>
        </p:txBody>
      </p:sp>
      <p:sp>
        <p:nvSpPr>
          <p:cNvPr id="3077" name="Rectangle 2"/>
          <p:cNvSpPr>
            <a:spLocks noChangeArrowheads="1"/>
          </p:cNvSpPr>
          <p:nvPr/>
        </p:nvSpPr>
        <p:spPr bwMode="auto">
          <a:xfrm>
            <a:off x="0" y="49213"/>
            <a:ext cx="6858000" cy="266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82923" tIns="40734" rIns="82923" bIns="40734">
            <a:spAutoFit/>
          </a:bodyPr>
          <a:lstStyle/>
          <a:p>
            <a:pPr algn="ctr" defTabSz="838200" eaLnBrk="0" hangingPunct="0"/>
            <a:r>
              <a:rPr lang="en-US" sz="1200" u="none"/>
              <a:t>CONFIDENTIAL</a:t>
            </a:r>
          </a:p>
        </p:txBody>
      </p:sp>
      <p:sp>
        <p:nvSpPr>
          <p:cNvPr id="3078" name="Rectangle 2"/>
          <p:cNvSpPr>
            <a:spLocks noChangeArrowheads="1"/>
          </p:cNvSpPr>
          <p:nvPr/>
        </p:nvSpPr>
        <p:spPr bwMode="auto">
          <a:xfrm>
            <a:off x="0" y="9536113"/>
            <a:ext cx="6858000" cy="4508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82923" tIns="40734" rIns="82923" bIns="40734">
            <a:spAutoFit/>
          </a:bodyPr>
          <a:lstStyle/>
          <a:p>
            <a:pPr algn="ctr" defTabSz="838200" eaLnBrk="0" hangingPunct="0"/>
            <a:r>
              <a:rPr lang="en-US" sz="1200" u="none" dirty="0"/>
              <a:t>F-3</a:t>
            </a:r>
          </a:p>
          <a:p>
            <a:pPr algn="ctr" defTabSz="838200" eaLnBrk="0" hangingPunct="0"/>
            <a:r>
              <a:rPr lang="en-US" sz="1200" u="none" dirty="0"/>
              <a:t>CONFIDENTIAL</a:t>
            </a: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1143000" y="5421312"/>
            <a:ext cx="4640263" cy="3187700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4" name="Rectangle 2"/>
          <p:cNvSpPr>
            <a:spLocks noChangeArrowheads="1"/>
          </p:cNvSpPr>
          <p:nvPr/>
        </p:nvSpPr>
        <p:spPr bwMode="auto">
          <a:xfrm>
            <a:off x="1066800" y="8628273"/>
            <a:ext cx="4800600" cy="6469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lvl="0" eaLnBrk="0" hangingPunct="0"/>
            <a:r>
              <a:rPr lang="en-US" sz="1200" u="none" dirty="0"/>
              <a:t>COPY OF PHOTO 4				</a:t>
            </a:r>
          </a:p>
          <a:p>
            <a:pPr lvl="0" eaLnBrk="0" hangingPunct="0"/>
            <a:r>
              <a:rPr lang="en-US" altLang="en-US" sz="1200" b="0" u="none" dirty="0"/>
              <a:t>The Area of Fire Origin was determined to be at the location marked ‘O’.</a:t>
            </a:r>
          </a:p>
        </p:txBody>
      </p:sp>
      <p:sp>
        <p:nvSpPr>
          <p:cNvPr id="17" name="Oval 12"/>
          <p:cNvSpPr>
            <a:spLocks noChangeArrowheads="1"/>
          </p:cNvSpPr>
          <p:nvPr/>
        </p:nvSpPr>
        <p:spPr bwMode="auto">
          <a:xfrm>
            <a:off x="2514600" y="6564313"/>
            <a:ext cx="1447800" cy="1339524"/>
          </a:xfrm>
          <a:prstGeom prst="ellips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" name="Rectangle 189"/>
          <p:cNvSpPr>
            <a:spLocks noChangeArrowheads="1"/>
          </p:cNvSpPr>
          <p:nvPr/>
        </p:nvSpPr>
        <p:spPr bwMode="auto">
          <a:xfrm>
            <a:off x="609600" y="392112"/>
            <a:ext cx="1881076" cy="48237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82923" tIns="40734" rIns="82923" bIns="40734">
            <a:spAutoFit/>
          </a:bodyPr>
          <a:lstStyle/>
          <a:p>
            <a:pPr defTabSz="838200" eaLnBrk="0" hangingPunct="0"/>
            <a:r>
              <a:rPr lang="en-US" dirty="0"/>
              <a:t>INCIDENT NUMBER :</a:t>
            </a:r>
            <a:r>
              <a:rPr lang="en-US" b="0" u="none" dirty="0"/>
              <a:t> </a:t>
            </a:r>
          </a:p>
          <a:p>
            <a:pPr defTabSz="838200" eaLnBrk="0" hangingPunct="0"/>
            <a:r>
              <a:rPr lang="en-US" dirty="0"/>
              <a:t>LOCATION OF FIRE :</a:t>
            </a:r>
            <a:r>
              <a:rPr lang="en-US" b="0" u="none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136606055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Freeform 208"/>
          <p:cNvSpPr>
            <a:spLocks/>
          </p:cNvSpPr>
          <p:nvPr/>
        </p:nvSpPr>
        <p:spPr bwMode="auto">
          <a:xfrm>
            <a:off x="3962400" y="4049713"/>
            <a:ext cx="1673225" cy="3835400"/>
          </a:xfrm>
          <a:custGeom>
            <a:avLst/>
            <a:gdLst>
              <a:gd name="T0" fmla="*/ 723900 w 1672533"/>
              <a:gd name="T1" fmla="*/ 0 h 3835400"/>
              <a:gd name="T2" fmla="*/ 558800 w 1672533"/>
              <a:gd name="T3" fmla="*/ 101600 h 3835400"/>
              <a:gd name="T4" fmla="*/ 444500 w 1672533"/>
              <a:gd name="T5" fmla="*/ 152400 h 3835400"/>
              <a:gd name="T6" fmla="*/ 368300 w 1672533"/>
              <a:gd name="T7" fmla="*/ 190500 h 3835400"/>
              <a:gd name="T8" fmla="*/ 215900 w 1672533"/>
              <a:gd name="T9" fmla="*/ 342900 h 3835400"/>
              <a:gd name="T10" fmla="*/ 177800 w 1672533"/>
              <a:gd name="T11" fmla="*/ 533400 h 3835400"/>
              <a:gd name="T12" fmla="*/ 152400 w 1672533"/>
              <a:gd name="T13" fmla="*/ 635000 h 3835400"/>
              <a:gd name="T14" fmla="*/ 114300 w 1672533"/>
              <a:gd name="T15" fmla="*/ 1016000 h 3835400"/>
              <a:gd name="T16" fmla="*/ 63500 w 1672533"/>
              <a:gd name="T17" fmla="*/ 1143000 h 3835400"/>
              <a:gd name="T18" fmla="*/ 12700 w 1672533"/>
              <a:gd name="T19" fmla="*/ 1333500 h 3835400"/>
              <a:gd name="T20" fmla="*/ 12700 w 1672533"/>
              <a:gd name="T21" fmla="*/ 1968500 h 3835400"/>
              <a:gd name="T22" fmla="*/ 88900 w 1672533"/>
              <a:gd name="T23" fmla="*/ 2108200 h 3835400"/>
              <a:gd name="T24" fmla="*/ 177800 w 1672533"/>
              <a:gd name="T25" fmla="*/ 2120900 h 3835400"/>
              <a:gd name="T26" fmla="*/ 165100 w 1672533"/>
              <a:gd name="T27" fmla="*/ 1803400 h 3835400"/>
              <a:gd name="T28" fmla="*/ 241300 w 1672533"/>
              <a:gd name="T29" fmla="*/ 1371600 h 3835400"/>
              <a:gd name="T30" fmla="*/ 292100 w 1672533"/>
              <a:gd name="T31" fmla="*/ 1193800 h 3835400"/>
              <a:gd name="T32" fmla="*/ 342900 w 1672533"/>
              <a:gd name="T33" fmla="*/ 774700 h 3835400"/>
              <a:gd name="T34" fmla="*/ 406400 w 1672533"/>
              <a:gd name="T35" fmla="*/ 825500 h 3835400"/>
              <a:gd name="T36" fmla="*/ 457200 w 1672533"/>
              <a:gd name="T37" fmla="*/ 952500 h 3835400"/>
              <a:gd name="T38" fmla="*/ 431800 w 1672533"/>
              <a:gd name="T39" fmla="*/ 1409700 h 3835400"/>
              <a:gd name="T40" fmla="*/ 444500 w 1672533"/>
              <a:gd name="T41" fmla="*/ 2146300 h 3835400"/>
              <a:gd name="T42" fmla="*/ 495300 w 1672533"/>
              <a:gd name="T43" fmla="*/ 2336800 h 3835400"/>
              <a:gd name="T44" fmla="*/ 546100 w 1672533"/>
              <a:gd name="T45" fmla="*/ 2476500 h 3835400"/>
              <a:gd name="T46" fmla="*/ 520700 w 1672533"/>
              <a:gd name="T47" fmla="*/ 2832100 h 3835400"/>
              <a:gd name="T48" fmla="*/ 558800 w 1672533"/>
              <a:gd name="T49" fmla="*/ 3213100 h 3835400"/>
              <a:gd name="T50" fmla="*/ 520700 w 1672533"/>
              <a:gd name="T51" fmla="*/ 3708400 h 3835400"/>
              <a:gd name="T52" fmla="*/ 609600 w 1672533"/>
              <a:gd name="T53" fmla="*/ 3810000 h 3835400"/>
              <a:gd name="T54" fmla="*/ 762000 w 1672533"/>
              <a:gd name="T55" fmla="*/ 3797300 h 3835400"/>
              <a:gd name="T56" fmla="*/ 749300 w 1672533"/>
              <a:gd name="T57" fmla="*/ 3606800 h 3835400"/>
              <a:gd name="T58" fmla="*/ 736600 w 1672533"/>
              <a:gd name="T59" fmla="*/ 3454400 h 3835400"/>
              <a:gd name="T60" fmla="*/ 774700 w 1672533"/>
              <a:gd name="T61" fmla="*/ 3213100 h 3835400"/>
              <a:gd name="T62" fmla="*/ 800100 w 1672533"/>
              <a:gd name="T63" fmla="*/ 2057400 h 3835400"/>
              <a:gd name="T64" fmla="*/ 876300 w 1672533"/>
              <a:gd name="T65" fmla="*/ 2032000 h 3835400"/>
              <a:gd name="T66" fmla="*/ 901700 w 1672533"/>
              <a:gd name="T67" fmla="*/ 2705100 h 3835400"/>
              <a:gd name="T68" fmla="*/ 927100 w 1672533"/>
              <a:gd name="T69" fmla="*/ 2984500 h 3835400"/>
              <a:gd name="T70" fmla="*/ 901700 w 1672533"/>
              <a:gd name="T71" fmla="*/ 3606800 h 3835400"/>
              <a:gd name="T72" fmla="*/ 939800 w 1672533"/>
              <a:gd name="T73" fmla="*/ 3784600 h 3835400"/>
              <a:gd name="T74" fmla="*/ 1143000 w 1672533"/>
              <a:gd name="T75" fmla="*/ 3441700 h 3835400"/>
              <a:gd name="T76" fmla="*/ 1193800 w 1672533"/>
              <a:gd name="T77" fmla="*/ 3022600 h 3835400"/>
              <a:gd name="T78" fmla="*/ 1155700 w 1672533"/>
              <a:gd name="T79" fmla="*/ 2743200 h 3835400"/>
              <a:gd name="T80" fmla="*/ 1130300 w 1672533"/>
              <a:gd name="T81" fmla="*/ 2425700 h 3835400"/>
              <a:gd name="T82" fmla="*/ 1168400 w 1672533"/>
              <a:gd name="T83" fmla="*/ 2311400 h 3835400"/>
              <a:gd name="T84" fmla="*/ 1193800 w 1672533"/>
              <a:gd name="T85" fmla="*/ 2171700 h 3835400"/>
              <a:gd name="T86" fmla="*/ 1206500 w 1672533"/>
              <a:gd name="T87" fmla="*/ 1981200 h 3835400"/>
              <a:gd name="T88" fmla="*/ 1193800 w 1672533"/>
              <a:gd name="T89" fmla="*/ 1308100 h 3835400"/>
              <a:gd name="T90" fmla="*/ 1219200 w 1672533"/>
              <a:gd name="T91" fmla="*/ 990600 h 3835400"/>
              <a:gd name="T92" fmla="*/ 1270000 w 1672533"/>
              <a:gd name="T93" fmla="*/ 812800 h 3835400"/>
              <a:gd name="T94" fmla="*/ 1422400 w 1672533"/>
              <a:gd name="T95" fmla="*/ 990600 h 3835400"/>
              <a:gd name="T96" fmla="*/ 1447800 w 1672533"/>
              <a:gd name="T97" fmla="*/ 1346200 h 3835400"/>
              <a:gd name="T98" fmla="*/ 1498600 w 1672533"/>
              <a:gd name="T99" fmla="*/ 1587500 h 3835400"/>
              <a:gd name="T100" fmla="*/ 1460500 w 1672533"/>
              <a:gd name="T101" fmla="*/ 1828800 h 3835400"/>
              <a:gd name="T102" fmla="*/ 1447800 w 1672533"/>
              <a:gd name="T103" fmla="*/ 2032000 h 3835400"/>
              <a:gd name="T104" fmla="*/ 1638300 w 1672533"/>
              <a:gd name="T105" fmla="*/ 2044700 h 3835400"/>
              <a:gd name="T106" fmla="*/ 1612900 w 1672533"/>
              <a:gd name="T107" fmla="*/ 1308100 h 3835400"/>
              <a:gd name="T108" fmla="*/ 1562100 w 1672533"/>
              <a:gd name="T109" fmla="*/ 927100 h 3835400"/>
              <a:gd name="T110" fmla="*/ 1524000 w 1672533"/>
              <a:gd name="T111" fmla="*/ 812800 h 3835400"/>
              <a:gd name="T112" fmla="*/ 1498600 w 1672533"/>
              <a:gd name="T113" fmla="*/ 622300 h 3835400"/>
              <a:gd name="T114" fmla="*/ 1422400 w 1672533"/>
              <a:gd name="T115" fmla="*/ 254000 h 3835400"/>
              <a:gd name="T116" fmla="*/ 1219200 w 1672533"/>
              <a:gd name="T117" fmla="*/ 139700 h 3835400"/>
              <a:gd name="T118" fmla="*/ 1104900 w 1672533"/>
              <a:gd name="T119" fmla="*/ 101600 h 3835400"/>
              <a:gd name="T120" fmla="*/ 1016000 w 1672533"/>
              <a:gd name="T121" fmla="*/ 76200 h 3835400"/>
              <a:gd name="T122" fmla="*/ 825500 w 1672533"/>
              <a:gd name="T123" fmla="*/ 0 h 3835400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w 1672533"/>
              <a:gd name="T187" fmla="*/ 0 h 3835400"/>
              <a:gd name="T188" fmla="*/ 1672533 w 1672533"/>
              <a:gd name="T189" fmla="*/ 3835400 h 3835400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T186" t="T187" r="T188" b="T189"/>
            <a:pathLst>
              <a:path w="1672533" h="3835400">
                <a:moveTo>
                  <a:pt x="723900" y="0"/>
                </a:moveTo>
                <a:lnTo>
                  <a:pt x="723900" y="0"/>
                </a:lnTo>
                <a:cubicBezTo>
                  <a:pt x="681567" y="29633"/>
                  <a:pt x="645923" y="72559"/>
                  <a:pt x="596900" y="88900"/>
                </a:cubicBezTo>
                <a:cubicBezTo>
                  <a:pt x="584200" y="93133"/>
                  <a:pt x="570774" y="95613"/>
                  <a:pt x="558800" y="101600"/>
                </a:cubicBezTo>
                <a:cubicBezTo>
                  <a:pt x="545148" y="108426"/>
                  <a:pt x="534648" y="120801"/>
                  <a:pt x="520700" y="127000"/>
                </a:cubicBezTo>
                <a:cubicBezTo>
                  <a:pt x="496234" y="137874"/>
                  <a:pt x="469900" y="143933"/>
                  <a:pt x="444500" y="152400"/>
                </a:cubicBezTo>
                <a:cubicBezTo>
                  <a:pt x="431800" y="156633"/>
                  <a:pt x="417539" y="157674"/>
                  <a:pt x="406400" y="165100"/>
                </a:cubicBezTo>
                <a:cubicBezTo>
                  <a:pt x="393700" y="173567"/>
                  <a:pt x="382248" y="184301"/>
                  <a:pt x="368300" y="190500"/>
                </a:cubicBezTo>
                <a:cubicBezTo>
                  <a:pt x="232280" y="250953"/>
                  <a:pt x="340225" y="183817"/>
                  <a:pt x="254000" y="241300"/>
                </a:cubicBezTo>
                <a:cubicBezTo>
                  <a:pt x="214015" y="301277"/>
                  <a:pt x="235286" y="258894"/>
                  <a:pt x="215900" y="342900"/>
                </a:cubicBezTo>
                <a:cubicBezTo>
                  <a:pt x="208050" y="376915"/>
                  <a:pt x="195437" y="409942"/>
                  <a:pt x="190500" y="444500"/>
                </a:cubicBezTo>
                <a:cubicBezTo>
                  <a:pt x="186267" y="474133"/>
                  <a:pt x="183671" y="504047"/>
                  <a:pt x="177800" y="533400"/>
                </a:cubicBezTo>
                <a:cubicBezTo>
                  <a:pt x="175175" y="546527"/>
                  <a:pt x="168347" y="558513"/>
                  <a:pt x="165100" y="571500"/>
                </a:cubicBezTo>
                <a:cubicBezTo>
                  <a:pt x="159865" y="592441"/>
                  <a:pt x="156633" y="613833"/>
                  <a:pt x="152400" y="635000"/>
                </a:cubicBezTo>
                <a:cubicBezTo>
                  <a:pt x="147063" y="747077"/>
                  <a:pt x="151847" y="866089"/>
                  <a:pt x="127000" y="977900"/>
                </a:cubicBezTo>
                <a:cubicBezTo>
                  <a:pt x="124096" y="990968"/>
                  <a:pt x="120287" y="1004026"/>
                  <a:pt x="114300" y="1016000"/>
                </a:cubicBezTo>
                <a:cubicBezTo>
                  <a:pt x="107474" y="1029652"/>
                  <a:pt x="97367" y="1041400"/>
                  <a:pt x="88900" y="1054100"/>
                </a:cubicBezTo>
                <a:cubicBezTo>
                  <a:pt x="49198" y="1212909"/>
                  <a:pt x="99939" y="1015463"/>
                  <a:pt x="63500" y="1143000"/>
                </a:cubicBezTo>
                <a:cubicBezTo>
                  <a:pt x="58705" y="1159783"/>
                  <a:pt x="55595" y="1177017"/>
                  <a:pt x="50800" y="1193800"/>
                </a:cubicBezTo>
                <a:cubicBezTo>
                  <a:pt x="34188" y="1251942"/>
                  <a:pt x="22761" y="1253010"/>
                  <a:pt x="12700" y="1333500"/>
                </a:cubicBezTo>
                <a:lnTo>
                  <a:pt x="0" y="1435100"/>
                </a:lnTo>
                <a:cubicBezTo>
                  <a:pt x="4233" y="1612900"/>
                  <a:pt x="5447" y="1790798"/>
                  <a:pt x="12700" y="1968500"/>
                </a:cubicBezTo>
                <a:cubicBezTo>
                  <a:pt x="14154" y="2004122"/>
                  <a:pt x="15631" y="2067364"/>
                  <a:pt x="50800" y="2095500"/>
                </a:cubicBezTo>
                <a:cubicBezTo>
                  <a:pt x="61253" y="2103863"/>
                  <a:pt x="76926" y="2102213"/>
                  <a:pt x="88900" y="2108200"/>
                </a:cubicBezTo>
                <a:cubicBezTo>
                  <a:pt x="102552" y="2115026"/>
                  <a:pt x="114300" y="2125133"/>
                  <a:pt x="127000" y="2133600"/>
                </a:cubicBezTo>
                <a:cubicBezTo>
                  <a:pt x="143933" y="2129367"/>
                  <a:pt x="164170" y="2131804"/>
                  <a:pt x="177800" y="2120900"/>
                </a:cubicBezTo>
                <a:cubicBezTo>
                  <a:pt x="188253" y="2112537"/>
                  <a:pt x="190500" y="2096187"/>
                  <a:pt x="190500" y="2082800"/>
                </a:cubicBezTo>
                <a:cubicBezTo>
                  <a:pt x="190500" y="1868342"/>
                  <a:pt x="201043" y="1911228"/>
                  <a:pt x="165100" y="1803400"/>
                </a:cubicBezTo>
                <a:cubicBezTo>
                  <a:pt x="169333" y="1697567"/>
                  <a:pt x="170254" y="1591549"/>
                  <a:pt x="177800" y="1485900"/>
                </a:cubicBezTo>
                <a:cubicBezTo>
                  <a:pt x="181282" y="1437154"/>
                  <a:pt x="226108" y="1417176"/>
                  <a:pt x="241300" y="1371600"/>
                </a:cubicBezTo>
                <a:cubicBezTo>
                  <a:pt x="249767" y="1346200"/>
                  <a:pt x="261449" y="1321654"/>
                  <a:pt x="266700" y="1295400"/>
                </a:cubicBezTo>
                <a:cubicBezTo>
                  <a:pt x="271530" y="1271248"/>
                  <a:pt x="279083" y="1219835"/>
                  <a:pt x="292100" y="1193800"/>
                </a:cubicBezTo>
                <a:cubicBezTo>
                  <a:pt x="341339" y="1095323"/>
                  <a:pt x="298278" y="1213365"/>
                  <a:pt x="330200" y="1117600"/>
                </a:cubicBezTo>
                <a:cubicBezTo>
                  <a:pt x="334433" y="1003300"/>
                  <a:pt x="322793" y="887297"/>
                  <a:pt x="342900" y="774700"/>
                </a:cubicBezTo>
                <a:cubicBezTo>
                  <a:pt x="345968" y="757517"/>
                  <a:pt x="380070" y="751096"/>
                  <a:pt x="393700" y="762000"/>
                </a:cubicBezTo>
                <a:cubicBezTo>
                  <a:pt x="410556" y="775485"/>
                  <a:pt x="401717" y="804428"/>
                  <a:pt x="406400" y="825500"/>
                </a:cubicBezTo>
                <a:cubicBezTo>
                  <a:pt x="409655" y="840149"/>
                  <a:pt x="423314" y="897429"/>
                  <a:pt x="431800" y="914400"/>
                </a:cubicBezTo>
                <a:cubicBezTo>
                  <a:pt x="438626" y="928052"/>
                  <a:pt x="448733" y="939800"/>
                  <a:pt x="457200" y="952500"/>
                </a:cubicBezTo>
                <a:cubicBezTo>
                  <a:pt x="475558" y="1117723"/>
                  <a:pt x="481406" y="1115649"/>
                  <a:pt x="457200" y="1333500"/>
                </a:cubicBezTo>
                <a:cubicBezTo>
                  <a:pt x="454243" y="1360110"/>
                  <a:pt x="431800" y="1409700"/>
                  <a:pt x="431800" y="1409700"/>
                </a:cubicBezTo>
                <a:cubicBezTo>
                  <a:pt x="413975" y="1730542"/>
                  <a:pt x="415758" y="1546058"/>
                  <a:pt x="431800" y="1866900"/>
                </a:cubicBezTo>
                <a:cubicBezTo>
                  <a:pt x="436456" y="1960013"/>
                  <a:pt x="434568" y="2053601"/>
                  <a:pt x="444500" y="2146300"/>
                </a:cubicBezTo>
                <a:cubicBezTo>
                  <a:pt x="447352" y="2172922"/>
                  <a:pt x="464649" y="2196246"/>
                  <a:pt x="469900" y="2222500"/>
                </a:cubicBezTo>
                <a:cubicBezTo>
                  <a:pt x="508204" y="2414018"/>
                  <a:pt x="459429" y="2175382"/>
                  <a:pt x="495300" y="2336800"/>
                </a:cubicBezTo>
                <a:cubicBezTo>
                  <a:pt x="501097" y="2362885"/>
                  <a:pt x="507083" y="2411167"/>
                  <a:pt x="520700" y="2438400"/>
                </a:cubicBezTo>
                <a:cubicBezTo>
                  <a:pt x="527526" y="2452052"/>
                  <a:pt x="537633" y="2463800"/>
                  <a:pt x="546100" y="2476500"/>
                </a:cubicBezTo>
                <a:cubicBezTo>
                  <a:pt x="541867" y="2582333"/>
                  <a:pt x="540946" y="2688351"/>
                  <a:pt x="533400" y="2794000"/>
                </a:cubicBezTo>
                <a:cubicBezTo>
                  <a:pt x="532446" y="2807353"/>
                  <a:pt x="520700" y="2818713"/>
                  <a:pt x="520700" y="2832100"/>
                </a:cubicBezTo>
                <a:cubicBezTo>
                  <a:pt x="520700" y="2946478"/>
                  <a:pt x="522019" y="3061189"/>
                  <a:pt x="533400" y="3175000"/>
                </a:cubicBezTo>
                <a:cubicBezTo>
                  <a:pt x="534919" y="3190188"/>
                  <a:pt x="550333" y="3200400"/>
                  <a:pt x="558800" y="3213100"/>
                </a:cubicBezTo>
                <a:cubicBezTo>
                  <a:pt x="554567" y="3352800"/>
                  <a:pt x="556819" y="3492848"/>
                  <a:pt x="546100" y="3632200"/>
                </a:cubicBezTo>
                <a:cubicBezTo>
                  <a:pt x="544047" y="3658895"/>
                  <a:pt x="520700" y="3708400"/>
                  <a:pt x="520700" y="3708400"/>
                </a:cubicBezTo>
                <a:cubicBezTo>
                  <a:pt x="524933" y="3725333"/>
                  <a:pt x="524740" y="3744045"/>
                  <a:pt x="533400" y="3759200"/>
                </a:cubicBezTo>
                <a:cubicBezTo>
                  <a:pt x="562290" y="3809757"/>
                  <a:pt x="568381" y="3789391"/>
                  <a:pt x="609600" y="3810000"/>
                </a:cubicBezTo>
                <a:cubicBezTo>
                  <a:pt x="623252" y="3816826"/>
                  <a:pt x="635000" y="3826933"/>
                  <a:pt x="647700" y="3835400"/>
                </a:cubicBezTo>
                <a:cubicBezTo>
                  <a:pt x="684882" y="3829203"/>
                  <a:pt x="734527" y="3831642"/>
                  <a:pt x="762000" y="3797300"/>
                </a:cubicBezTo>
                <a:cubicBezTo>
                  <a:pt x="770363" y="3786847"/>
                  <a:pt x="770467" y="3771900"/>
                  <a:pt x="774700" y="3759200"/>
                </a:cubicBezTo>
                <a:cubicBezTo>
                  <a:pt x="770676" y="3722984"/>
                  <a:pt x="770576" y="3649353"/>
                  <a:pt x="749300" y="3606800"/>
                </a:cubicBezTo>
                <a:cubicBezTo>
                  <a:pt x="742474" y="3593148"/>
                  <a:pt x="732367" y="3581400"/>
                  <a:pt x="723900" y="3568700"/>
                </a:cubicBezTo>
                <a:cubicBezTo>
                  <a:pt x="728133" y="3530600"/>
                  <a:pt x="730298" y="3492213"/>
                  <a:pt x="736600" y="3454400"/>
                </a:cubicBezTo>
                <a:cubicBezTo>
                  <a:pt x="738801" y="3441195"/>
                  <a:pt x="746675" y="3429427"/>
                  <a:pt x="749300" y="3416300"/>
                </a:cubicBezTo>
                <a:cubicBezTo>
                  <a:pt x="758361" y="3370997"/>
                  <a:pt x="770298" y="3252721"/>
                  <a:pt x="774700" y="3213100"/>
                </a:cubicBezTo>
                <a:cubicBezTo>
                  <a:pt x="778933" y="2874433"/>
                  <a:pt x="779958" y="2535711"/>
                  <a:pt x="787400" y="2197100"/>
                </a:cubicBezTo>
                <a:cubicBezTo>
                  <a:pt x="788427" y="2150353"/>
                  <a:pt x="796371" y="2104010"/>
                  <a:pt x="800100" y="2057400"/>
                </a:cubicBezTo>
                <a:cubicBezTo>
                  <a:pt x="815635" y="1863210"/>
                  <a:pt x="762913" y="1912858"/>
                  <a:pt x="850900" y="1854200"/>
                </a:cubicBezTo>
                <a:cubicBezTo>
                  <a:pt x="882369" y="1948608"/>
                  <a:pt x="848476" y="1837232"/>
                  <a:pt x="876300" y="2032000"/>
                </a:cubicBezTo>
                <a:cubicBezTo>
                  <a:pt x="878193" y="2045252"/>
                  <a:pt x="884767" y="2057400"/>
                  <a:pt x="889000" y="2070100"/>
                </a:cubicBezTo>
                <a:cubicBezTo>
                  <a:pt x="893233" y="2281767"/>
                  <a:pt x="894276" y="2493521"/>
                  <a:pt x="901700" y="2705100"/>
                </a:cubicBezTo>
                <a:cubicBezTo>
                  <a:pt x="902750" y="2735016"/>
                  <a:pt x="911690" y="2764189"/>
                  <a:pt x="914400" y="2794000"/>
                </a:cubicBezTo>
                <a:cubicBezTo>
                  <a:pt x="920162" y="2857380"/>
                  <a:pt x="922867" y="2921000"/>
                  <a:pt x="927100" y="2984500"/>
                </a:cubicBezTo>
                <a:cubicBezTo>
                  <a:pt x="930374" y="3089261"/>
                  <a:pt x="954402" y="3413986"/>
                  <a:pt x="927100" y="3568700"/>
                </a:cubicBezTo>
                <a:cubicBezTo>
                  <a:pt x="924447" y="3583731"/>
                  <a:pt x="910167" y="3594100"/>
                  <a:pt x="901700" y="3606800"/>
                </a:cubicBezTo>
                <a:cubicBezTo>
                  <a:pt x="886363" y="3668149"/>
                  <a:pt x="872445" y="3698762"/>
                  <a:pt x="901700" y="3771900"/>
                </a:cubicBezTo>
                <a:cubicBezTo>
                  <a:pt x="906672" y="3784329"/>
                  <a:pt x="927100" y="3780367"/>
                  <a:pt x="939800" y="3784600"/>
                </a:cubicBezTo>
                <a:cubicBezTo>
                  <a:pt x="1003300" y="3780367"/>
                  <a:pt x="1097856" y="3826650"/>
                  <a:pt x="1130300" y="3771900"/>
                </a:cubicBezTo>
                <a:cubicBezTo>
                  <a:pt x="1186454" y="3677141"/>
                  <a:pt x="1137761" y="3551723"/>
                  <a:pt x="1143000" y="3441700"/>
                </a:cubicBezTo>
                <a:cubicBezTo>
                  <a:pt x="1146228" y="3373911"/>
                  <a:pt x="1148470" y="3305979"/>
                  <a:pt x="1155700" y="3238500"/>
                </a:cubicBezTo>
                <a:cubicBezTo>
                  <a:pt x="1162380" y="3176149"/>
                  <a:pt x="1180333" y="3089933"/>
                  <a:pt x="1193800" y="3022600"/>
                </a:cubicBezTo>
                <a:cubicBezTo>
                  <a:pt x="1189567" y="2942167"/>
                  <a:pt x="1191983" y="2861106"/>
                  <a:pt x="1181100" y="2781300"/>
                </a:cubicBezTo>
                <a:cubicBezTo>
                  <a:pt x="1179038" y="2766176"/>
                  <a:pt x="1162526" y="2756852"/>
                  <a:pt x="1155700" y="2743200"/>
                </a:cubicBezTo>
                <a:cubicBezTo>
                  <a:pt x="1103120" y="2638040"/>
                  <a:pt x="1190393" y="2776189"/>
                  <a:pt x="1117600" y="2667000"/>
                </a:cubicBezTo>
                <a:cubicBezTo>
                  <a:pt x="1121833" y="2586567"/>
                  <a:pt x="1120703" y="2505671"/>
                  <a:pt x="1130300" y="2425700"/>
                </a:cubicBezTo>
                <a:cubicBezTo>
                  <a:pt x="1133490" y="2399117"/>
                  <a:pt x="1147233" y="2374900"/>
                  <a:pt x="1155700" y="2349500"/>
                </a:cubicBezTo>
                <a:lnTo>
                  <a:pt x="1168400" y="2311400"/>
                </a:lnTo>
                <a:cubicBezTo>
                  <a:pt x="1172633" y="2277533"/>
                  <a:pt x="1174995" y="2243380"/>
                  <a:pt x="1181100" y="2209800"/>
                </a:cubicBezTo>
                <a:cubicBezTo>
                  <a:pt x="1183495" y="2196629"/>
                  <a:pt x="1190553" y="2184687"/>
                  <a:pt x="1193800" y="2171700"/>
                </a:cubicBezTo>
                <a:lnTo>
                  <a:pt x="1219200" y="2070100"/>
                </a:lnTo>
                <a:cubicBezTo>
                  <a:pt x="1214967" y="2040467"/>
                  <a:pt x="1206500" y="2011134"/>
                  <a:pt x="1206500" y="1981200"/>
                </a:cubicBezTo>
                <a:cubicBezTo>
                  <a:pt x="1206500" y="1930224"/>
                  <a:pt x="1219200" y="1879776"/>
                  <a:pt x="1219200" y="1828800"/>
                </a:cubicBezTo>
                <a:cubicBezTo>
                  <a:pt x="1219200" y="1371974"/>
                  <a:pt x="1256302" y="1495607"/>
                  <a:pt x="1193800" y="1308100"/>
                </a:cubicBezTo>
                <a:cubicBezTo>
                  <a:pt x="1198033" y="1227667"/>
                  <a:pt x="1200077" y="1147088"/>
                  <a:pt x="1206500" y="1066800"/>
                </a:cubicBezTo>
                <a:cubicBezTo>
                  <a:pt x="1208553" y="1041132"/>
                  <a:pt x="1216504" y="1016209"/>
                  <a:pt x="1219200" y="990600"/>
                </a:cubicBezTo>
                <a:cubicBezTo>
                  <a:pt x="1224978" y="935707"/>
                  <a:pt x="1216737" y="878572"/>
                  <a:pt x="1231900" y="825500"/>
                </a:cubicBezTo>
                <a:cubicBezTo>
                  <a:pt x="1235578" y="812628"/>
                  <a:pt x="1257300" y="817033"/>
                  <a:pt x="1270000" y="812800"/>
                </a:cubicBezTo>
                <a:cubicBezTo>
                  <a:pt x="1360680" y="843027"/>
                  <a:pt x="1323923" y="823348"/>
                  <a:pt x="1384300" y="863600"/>
                </a:cubicBezTo>
                <a:cubicBezTo>
                  <a:pt x="1403494" y="940375"/>
                  <a:pt x="1391480" y="897841"/>
                  <a:pt x="1422400" y="990600"/>
                </a:cubicBezTo>
                <a:lnTo>
                  <a:pt x="1435100" y="1028700"/>
                </a:lnTo>
                <a:cubicBezTo>
                  <a:pt x="1439333" y="1134533"/>
                  <a:pt x="1437598" y="1240775"/>
                  <a:pt x="1447800" y="1346200"/>
                </a:cubicBezTo>
                <a:cubicBezTo>
                  <a:pt x="1450379" y="1372849"/>
                  <a:pt x="1467949" y="1396146"/>
                  <a:pt x="1473200" y="1422400"/>
                </a:cubicBezTo>
                <a:cubicBezTo>
                  <a:pt x="1492593" y="1519367"/>
                  <a:pt x="1483223" y="1464481"/>
                  <a:pt x="1498600" y="1587500"/>
                </a:cubicBezTo>
                <a:cubicBezTo>
                  <a:pt x="1494367" y="1655233"/>
                  <a:pt x="1496484" y="1723665"/>
                  <a:pt x="1485900" y="1790700"/>
                </a:cubicBezTo>
                <a:cubicBezTo>
                  <a:pt x="1483519" y="1805777"/>
                  <a:pt x="1466699" y="1814852"/>
                  <a:pt x="1460500" y="1828800"/>
                </a:cubicBezTo>
                <a:cubicBezTo>
                  <a:pt x="1449626" y="1853266"/>
                  <a:pt x="1435100" y="1905000"/>
                  <a:pt x="1435100" y="1905000"/>
                </a:cubicBezTo>
                <a:cubicBezTo>
                  <a:pt x="1439333" y="1947333"/>
                  <a:pt x="1434346" y="1991639"/>
                  <a:pt x="1447800" y="2032000"/>
                </a:cubicBezTo>
                <a:cubicBezTo>
                  <a:pt x="1452627" y="2046480"/>
                  <a:pt x="1470670" y="2056385"/>
                  <a:pt x="1485900" y="2057400"/>
                </a:cubicBezTo>
                <a:cubicBezTo>
                  <a:pt x="1536763" y="2060791"/>
                  <a:pt x="1587500" y="2048933"/>
                  <a:pt x="1638300" y="2044700"/>
                </a:cubicBezTo>
                <a:cubicBezTo>
                  <a:pt x="1672533" y="1736601"/>
                  <a:pt x="1670070" y="1864097"/>
                  <a:pt x="1651000" y="1511300"/>
                </a:cubicBezTo>
                <a:cubicBezTo>
                  <a:pt x="1641617" y="1337713"/>
                  <a:pt x="1667676" y="1390264"/>
                  <a:pt x="1612900" y="1308100"/>
                </a:cubicBezTo>
                <a:cubicBezTo>
                  <a:pt x="1585299" y="1142495"/>
                  <a:pt x="1603786" y="1204558"/>
                  <a:pt x="1574800" y="1117600"/>
                </a:cubicBezTo>
                <a:cubicBezTo>
                  <a:pt x="1570567" y="1054100"/>
                  <a:pt x="1571100" y="990101"/>
                  <a:pt x="1562100" y="927100"/>
                </a:cubicBezTo>
                <a:cubicBezTo>
                  <a:pt x="1558314" y="900595"/>
                  <a:pt x="1545167" y="876300"/>
                  <a:pt x="1536700" y="850900"/>
                </a:cubicBezTo>
                <a:lnTo>
                  <a:pt x="1524000" y="812800"/>
                </a:lnTo>
                <a:cubicBezTo>
                  <a:pt x="1519767" y="778933"/>
                  <a:pt x="1515811" y="745031"/>
                  <a:pt x="1511300" y="711200"/>
                </a:cubicBezTo>
                <a:cubicBezTo>
                  <a:pt x="1507344" y="681528"/>
                  <a:pt x="1502098" y="652029"/>
                  <a:pt x="1498600" y="622300"/>
                </a:cubicBezTo>
                <a:cubicBezTo>
                  <a:pt x="1485479" y="510770"/>
                  <a:pt x="1485900" y="535886"/>
                  <a:pt x="1485900" y="482600"/>
                </a:cubicBezTo>
                <a:lnTo>
                  <a:pt x="1422400" y="254000"/>
                </a:lnTo>
                <a:cubicBezTo>
                  <a:pt x="1392767" y="228600"/>
                  <a:pt x="1365064" y="200756"/>
                  <a:pt x="1333500" y="177800"/>
                </a:cubicBezTo>
                <a:cubicBezTo>
                  <a:pt x="1286930" y="143931"/>
                  <a:pt x="1274428" y="154762"/>
                  <a:pt x="1219200" y="139700"/>
                </a:cubicBezTo>
                <a:cubicBezTo>
                  <a:pt x="1193369" y="132655"/>
                  <a:pt x="1168400" y="122767"/>
                  <a:pt x="1143000" y="114300"/>
                </a:cubicBezTo>
                <a:cubicBezTo>
                  <a:pt x="1130300" y="110067"/>
                  <a:pt x="1117887" y="104847"/>
                  <a:pt x="1104900" y="101600"/>
                </a:cubicBezTo>
                <a:cubicBezTo>
                  <a:pt x="1087967" y="97367"/>
                  <a:pt x="1070883" y="93695"/>
                  <a:pt x="1054100" y="88900"/>
                </a:cubicBezTo>
                <a:cubicBezTo>
                  <a:pt x="1041228" y="85222"/>
                  <a:pt x="1028987" y="79447"/>
                  <a:pt x="1016000" y="76200"/>
                </a:cubicBezTo>
                <a:cubicBezTo>
                  <a:pt x="995059" y="70965"/>
                  <a:pt x="973667" y="67733"/>
                  <a:pt x="952500" y="63500"/>
                </a:cubicBezTo>
                <a:cubicBezTo>
                  <a:pt x="861777" y="3018"/>
                  <a:pt x="905916" y="20104"/>
                  <a:pt x="825500" y="0"/>
                </a:cubicBezTo>
                <a:cubicBezTo>
                  <a:pt x="728218" y="13897"/>
                  <a:pt x="740833" y="0"/>
                  <a:pt x="723900" y="0"/>
                </a:cubicBezTo>
                <a:close/>
              </a:path>
            </a:pathLst>
          </a:cu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wrap="none" lIns="82923" tIns="40734" rIns="82923" bIns="40734">
            <a:spAutoFit/>
          </a:bodyPr>
          <a:lstStyle/>
          <a:p>
            <a:endParaRPr lang="en-SG"/>
          </a:p>
        </p:txBody>
      </p:sp>
      <p:sp>
        <p:nvSpPr>
          <p:cNvPr id="10245" name="Freeform 207"/>
          <p:cNvSpPr>
            <a:spLocks/>
          </p:cNvSpPr>
          <p:nvPr/>
        </p:nvSpPr>
        <p:spPr bwMode="auto">
          <a:xfrm>
            <a:off x="1155700" y="4051300"/>
            <a:ext cx="1673225" cy="3835400"/>
          </a:xfrm>
          <a:custGeom>
            <a:avLst/>
            <a:gdLst>
              <a:gd name="T0" fmla="*/ 723900 w 1672533"/>
              <a:gd name="T1" fmla="*/ 0 h 3835400"/>
              <a:gd name="T2" fmla="*/ 558800 w 1672533"/>
              <a:gd name="T3" fmla="*/ 101600 h 3835400"/>
              <a:gd name="T4" fmla="*/ 444500 w 1672533"/>
              <a:gd name="T5" fmla="*/ 152400 h 3835400"/>
              <a:gd name="T6" fmla="*/ 368300 w 1672533"/>
              <a:gd name="T7" fmla="*/ 190500 h 3835400"/>
              <a:gd name="T8" fmla="*/ 215900 w 1672533"/>
              <a:gd name="T9" fmla="*/ 342900 h 3835400"/>
              <a:gd name="T10" fmla="*/ 177800 w 1672533"/>
              <a:gd name="T11" fmla="*/ 533400 h 3835400"/>
              <a:gd name="T12" fmla="*/ 152400 w 1672533"/>
              <a:gd name="T13" fmla="*/ 635000 h 3835400"/>
              <a:gd name="T14" fmla="*/ 114300 w 1672533"/>
              <a:gd name="T15" fmla="*/ 1016000 h 3835400"/>
              <a:gd name="T16" fmla="*/ 63500 w 1672533"/>
              <a:gd name="T17" fmla="*/ 1143000 h 3835400"/>
              <a:gd name="T18" fmla="*/ 12700 w 1672533"/>
              <a:gd name="T19" fmla="*/ 1333500 h 3835400"/>
              <a:gd name="T20" fmla="*/ 12700 w 1672533"/>
              <a:gd name="T21" fmla="*/ 1968500 h 3835400"/>
              <a:gd name="T22" fmla="*/ 88900 w 1672533"/>
              <a:gd name="T23" fmla="*/ 2108200 h 3835400"/>
              <a:gd name="T24" fmla="*/ 177800 w 1672533"/>
              <a:gd name="T25" fmla="*/ 2120900 h 3835400"/>
              <a:gd name="T26" fmla="*/ 165100 w 1672533"/>
              <a:gd name="T27" fmla="*/ 1803400 h 3835400"/>
              <a:gd name="T28" fmla="*/ 241300 w 1672533"/>
              <a:gd name="T29" fmla="*/ 1371600 h 3835400"/>
              <a:gd name="T30" fmla="*/ 292100 w 1672533"/>
              <a:gd name="T31" fmla="*/ 1193800 h 3835400"/>
              <a:gd name="T32" fmla="*/ 342900 w 1672533"/>
              <a:gd name="T33" fmla="*/ 774700 h 3835400"/>
              <a:gd name="T34" fmla="*/ 406400 w 1672533"/>
              <a:gd name="T35" fmla="*/ 825500 h 3835400"/>
              <a:gd name="T36" fmla="*/ 457200 w 1672533"/>
              <a:gd name="T37" fmla="*/ 952500 h 3835400"/>
              <a:gd name="T38" fmla="*/ 431800 w 1672533"/>
              <a:gd name="T39" fmla="*/ 1409700 h 3835400"/>
              <a:gd name="T40" fmla="*/ 444500 w 1672533"/>
              <a:gd name="T41" fmla="*/ 2146300 h 3835400"/>
              <a:gd name="T42" fmla="*/ 495300 w 1672533"/>
              <a:gd name="T43" fmla="*/ 2336800 h 3835400"/>
              <a:gd name="T44" fmla="*/ 546100 w 1672533"/>
              <a:gd name="T45" fmla="*/ 2476500 h 3835400"/>
              <a:gd name="T46" fmla="*/ 520700 w 1672533"/>
              <a:gd name="T47" fmla="*/ 2832100 h 3835400"/>
              <a:gd name="T48" fmla="*/ 558800 w 1672533"/>
              <a:gd name="T49" fmla="*/ 3213100 h 3835400"/>
              <a:gd name="T50" fmla="*/ 520700 w 1672533"/>
              <a:gd name="T51" fmla="*/ 3708400 h 3835400"/>
              <a:gd name="T52" fmla="*/ 609600 w 1672533"/>
              <a:gd name="T53" fmla="*/ 3810000 h 3835400"/>
              <a:gd name="T54" fmla="*/ 762000 w 1672533"/>
              <a:gd name="T55" fmla="*/ 3797300 h 3835400"/>
              <a:gd name="T56" fmla="*/ 749300 w 1672533"/>
              <a:gd name="T57" fmla="*/ 3606800 h 3835400"/>
              <a:gd name="T58" fmla="*/ 736600 w 1672533"/>
              <a:gd name="T59" fmla="*/ 3454400 h 3835400"/>
              <a:gd name="T60" fmla="*/ 774700 w 1672533"/>
              <a:gd name="T61" fmla="*/ 3213100 h 3835400"/>
              <a:gd name="T62" fmla="*/ 800100 w 1672533"/>
              <a:gd name="T63" fmla="*/ 2057400 h 3835400"/>
              <a:gd name="T64" fmla="*/ 876300 w 1672533"/>
              <a:gd name="T65" fmla="*/ 2032000 h 3835400"/>
              <a:gd name="T66" fmla="*/ 901700 w 1672533"/>
              <a:gd name="T67" fmla="*/ 2705100 h 3835400"/>
              <a:gd name="T68" fmla="*/ 927100 w 1672533"/>
              <a:gd name="T69" fmla="*/ 2984500 h 3835400"/>
              <a:gd name="T70" fmla="*/ 901700 w 1672533"/>
              <a:gd name="T71" fmla="*/ 3606800 h 3835400"/>
              <a:gd name="T72" fmla="*/ 939800 w 1672533"/>
              <a:gd name="T73" fmla="*/ 3784600 h 3835400"/>
              <a:gd name="T74" fmla="*/ 1143000 w 1672533"/>
              <a:gd name="T75" fmla="*/ 3441700 h 3835400"/>
              <a:gd name="T76" fmla="*/ 1193800 w 1672533"/>
              <a:gd name="T77" fmla="*/ 3022600 h 3835400"/>
              <a:gd name="T78" fmla="*/ 1155700 w 1672533"/>
              <a:gd name="T79" fmla="*/ 2743200 h 3835400"/>
              <a:gd name="T80" fmla="*/ 1130300 w 1672533"/>
              <a:gd name="T81" fmla="*/ 2425700 h 3835400"/>
              <a:gd name="T82" fmla="*/ 1168400 w 1672533"/>
              <a:gd name="T83" fmla="*/ 2311400 h 3835400"/>
              <a:gd name="T84" fmla="*/ 1193800 w 1672533"/>
              <a:gd name="T85" fmla="*/ 2171700 h 3835400"/>
              <a:gd name="T86" fmla="*/ 1206500 w 1672533"/>
              <a:gd name="T87" fmla="*/ 1981200 h 3835400"/>
              <a:gd name="T88" fmla="*/ 1193800 w 1672533"/>
              <a:gd name="T89" fmla="*/ 1308100 h 3835400"/>
              <a:gd name="T90" fmla="*/ 1219200 w 1672533"/>
              <a:gd name="T91" fmla="*/ 990600 h 3835400"/>
              <a:gd name="T92" fmla="*/ 1270000 w 1672533"/>
              <a:gd name="T93" fmla="*/ 812800 h 3835400"/>
              <a:gd name="T94" fmla="*/ 1422400 w 1672533"/>
              <a:gd name="T95" fmla="*/ 990600 h 3835400"/>
              <a:gd name="T96" fmla="*/ 1447800 w 1672533"/>
              <a:gd name="T97" fmla="*/ 1346200 h 3835400"/>
              <a:gd name="T98" fmla="*/ 1498600 w 1672533"/>
              <a:gd name="T99" fmla="*/ 1587500 h 3835400"/>
              <a:gd name="T100" fmla="*/ 1460500 w 1672533"/>
              <a:gd name="T101" fmla="*/ 1828800 h 3835400"/>
              <a:gd name="T102" fmla="*/ 1447800 w 1672533"/>
              <a:gd name="T103" fmla="*/ 2032000 h 3835400"/>
              <a:gd name="T104" fmla="*/ 1638300 w 1672533"/>
              <a:gd name="T105" fmla="*/ 2044700 h 3835400"/>
              <a:gd name="T106" fmla="*/ 1612900 w 1672533"/>
              <a:gd name="T107" fmla="*/ 1308100 h 3835400"/>
              <a:gd name="T108" fmla="*/ 1562100 w 1672533"/>
              <a:gd name="T109" fmla="*/ 927100 h 3835400"/>
              <a:gd name="T110" fmla="*/ 1524000 w 1672533"/>
              <a:gd name="T111" fmla="*/ 812800 h 3835400"/>
              <a:gd name="T112" fmla="*/ 1498600 w 1672533"/>
              <a:gd name="T113" fmla="*/ 622300 h 3835400"/>
              <a:gd name="T114" fmla="*/ 1422400 w 1672533"/>
              <a:gd name="T115" fmla="*/ 254000 h 3835400"/>
              <a:gd name="T116" fmla="*/ 1219200 w 1672533"/>
              <a:gd name="T117" fmla="*/ 139700 h 3835400"/>
              <a:gd name="T118" fmla="*/ 1104900 w 1672533"/>
              <a:gd name="T119" fmla="*/ 101600 h 3835400"/>
              <a:gd name="T120" fmla="*/ 1016000 w 1672533"/>
              <a:gd name="T121" fmla="*/ 76200 h 3835400"/>
              <a:gd name="T122" fmla="*/ 825500 w 1672533"/>
              <a:gd name="T123" fmla="*/ 0 h 3835400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w 1672533"/>
              <a:gd name="T187" fmla="*/ 0 h 3835400"/>
              <a:gd name="T188" fmla="*/ 1672533 w 1672533"/>
              <a:gd name="T189" fmla="*/ 3835400 h 3835400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T186" t="T187" r="T188" b="T189"/>
            <a:pathLst>
              <a:path w="1672533" h="3835400">
                <a:moveTo>
                  <a:pt x="723900" y="0"/>
                </a:moveTo>
                <a:lnTo>
                  <a:pt x="723900" y="0"/>
                </a:lnTo>
                <a:cubicBezTo>
                  <a:pt x="681567" y="29633"/>
                  <a:pt x="645923" y="72559"/>
                  <a:pt x="596900" y="88900"/>
                </a:cubicBezTo>
                <a:cubicBezTo>
                  <a:pt x="584200" y="93133"/>
                  <a:pt x="570774" y="95613"/>
                  <a:pt x="558800" y="101600"/>
                </a:cubicBezTo>
                <a:cubicBezTo>
                  <a:pt x="545148" y="108426"/>
                  <a:pt x="534648" y="120801"/>
                  <a:pt x="520700" y="127000"/>
                </a:cubicBezTo>
                <a:cubicBezTo>
                  <a:pt x="496234" y="137874"/>
                  <a:pt x="469900" y="143933"/>
                  <a:pt x="444500" y="152400"/>
                </a:cubicBezTo>
                <a:cubicBezTo>
                  <a:pt x="431800" y="156633"/>
                  <a:pt x="417539" y="157674"/>
                  <a:pt x="406400" y="165100"/>
                </a:cubicBezTo>
                <a:cubicBezTo>
                  <a:pt x="393700" y="173567"/>
                  <a:pt x="382248" y="184301"/>
                  <a:pt x="368300" y="190500"/>
                </a:cubicBezTo>
                <a:cubicBezTo>
                  <a:pt x="232280" y="250953"/>
                  <a:pt x="340225" y="183817"/>
                  <a:pt x="254000" y="241300"/>
                </a:cubicBezTo>
                <a:cubicBezTo>
                  <a:pt x="214015" y="301277"/>
                  <a:pt x="235286" y="258894"/>
                  <a:pt x="215900" y="342900"/>
                </a:cubicBezTo>
                <a:cubicBezTo>
                  <a:pt x="208050" y="376915"/>
                  <a:pt x="195437" y="409942"/>
                  <a:pt x="190500" y="444500"/>
                </a:cubicBezTo>
                <a:cubicBezTo>
                  <a:pt x="186267" y="474133"/>
                  <a:pt x="183671" y="504047"/>
                  <a:pt x="177800" y="533400"/>
                </a:cubicBezTo>
                <a:cubicBezTo>
                  <a:pt x="175175" y="546527"/>
                  <a:pt x="168347" y="558513"/>
                  <a:pt x="165100" y="571500"/>
                </a:cubicBezTo>
                <a:cubicBezTo>
                  <a:pt x="159865" y="592441"/>
                  <a:pt x="156633" y="613833"/>
                  <a:pt x="152400" y="635000"/>
                </a:cubicBezTo>
                <a:cubicBezTo>
                  <a:pt x="147063" y="747077"/>
                  <a:pt x="151847" y="866089"/>
                  <a:pt x="127000" y="977900"/>
                </a:cubicBezTo>
                <a:cubicBezTo>
                  <a:pt x="124096" y="990968"/>
                  <a:pt x="120287" y="1004026"/>
                  <a:pt x="114300" y="1016000"/>
                </a:cubicBezTo>
                <a:cubicBezTo>
                  <a:pt x="107474" y="1029652"/>
                  <a:pt x="97367" y="1041400"/>
                  <a:pt x="88900" y="1054100"/>
                </a:cubicBezTo>
                <a:cubicBezTo>
                  <a:pt x="49198" y="1212909"/>
                  <a:pt x="99939" y="1015463"/>
                  <a:pt x="63500" y="1143000"/>
                </a:cubicBezTo>
                <a:cubicBezTo>
                  <a:pt x="58705" y="1159783"/>
                  <a:pt x="55595" y="1177017"/>
                  <a:pt x="50800" y="1193800"/>
                </a:cubicBezTo>
                <a:cubicBezTo>
                  <a:pt x="34188" y="1251942"/>
                  <a:pt x="22761" y="1253010"/>
                  <a:pt x="12700" y="1333500"/>
                </a:cubicBezTo>
                <a:lnTo>
                  <a:pt x="0" y="1435100"/>
                </a:lnTo>
                <a:cubicBezTo>
                  <a:pt x="4233" y="1612900"/>
                  <a:pt x="5447" y="1790798"/>
                  <a:pt x="12700" y="1968500"/>
                </a:cubicBezTo>
                <a:cubicBezTo>
                  <a:pt x="14154" y="2004122"/>
                  <a:pt x="15631" y="2067364"/>
                  <a:pt x="50800" y="2095500"/>
                </a:cubicBezTo>
                <a:cubicBezTo>
                  <a:pt x="61253" y="2103863"/>
                  <a:pt x="76926" y="2102213"/>
                  <a:pt x="88900" y="2108200"/>
                </a:cubicBezTo>
                <a:cubicBezTo>
                  <a:pt x="102552" y="2115026"/>
                  <a:pt x="114300" y="2125133"/>
                  <a:pt x="127000" y="2133600"/>
                </a:cubicBezTo>
                <a:cubicBezTo>
                  <a:pt x="143933" y="2129367"/>
                  <a:pt x="164170" y="2131804"/>
                  <a:pt x="177800" y="2120900"/>
                </a:cubicBezTo>
                <a:cubicBezTo>
                  <a:pt x="188253" y="2112537"/>
                  <a:pt x="190500" y="2096187"/>
                  <a:pt x="190500" y="2082800"/>
                </a:cubicBezTo>
                <a:cubicBezTo>
                  <a:pt x="190500" y="1868342"/>
                  <a:pt x="201043" y="1911228"/>
                  <a:pt x="165100" y="1803400"/>
                </a:cubicBezTo>
                <a:cubicBezTo>
                  <a:pt x="169333" y="1697567"/>
                  <a:pt x="170254" y="1591549"/>
                  <a:pt x="177800" y="1485900"/>
                </a:cubicBezTo>
                <a:cubicBezTo>
                  <a:pt x="181282" y="1437154"/>
                  <a:pt x="226108" y="1417176"/>
                  <a:pt x="241300" y="1371600"/>
                </a:cubicBezTo>
                <a:cubicBezTo>
                  <a:pt x="249767" y="1346200"/>
                  <a:pt x="261449" y="1321654"/>
                  <a:pt x="266700" y="1295400"/>
                </a:cubicBezTo>
                <a:cubicBezTo>
                  <a:pt x="271530" y="1271248"/>
                  <a:pt x="279083" y="1219835"/>
                  <a:pt x="292100" y="1193800"/>
                </a:cubicBezTo>
                <a:cubicBezTo>
                  <a:pt x="341339" y="1095323"/>
                  <a:pt x="298278" y="1213365"/>
                  <a:pt x="330200" y="1117600"/>
                </a:cubicBezTo>
                <a:cubicBezTo>
                  <a:pt x="334433" y="1003300"/>
                  <a:pt x="322793" y="887297"/>
                  <a:pt x="342900" y="774700"/>
                </a:cubicBezTo>
                <a:cubicBezTo>
                  <a:pt x="345968" y="757517"/>
                  <a:pt x="380070" y="751096"/>
                  <a:pt x="393700" y="762000"/>
                </a:cubicBezTo>
                <a:cubicBezTo>
                  <a:pt x="410556" y="775485"/>
                  <a:pt x="401717" y="804428"/>
                  <a:pt x="406400" y="825500"/>
                </a:cubicBezTo>
                <a:cubicBezTo>
                  <a:pt x="409655" y="840149"/>
                  <a:pt x="423314" y="897429"/>
                  <a:pt x="431800" y="914400"/>
                </a:cubicBezTo>
                <a:cubicBezTo>
                  <a:pt x="438626" y="928052"/>
                  <a:pt x="448733" y="939800"/>
                  <a:pt x="457200" y="952500"/>
                </a:cubicBezTo>
                <a:cubicBezTo>
                  <a:pt x="475558" y="1117723"/>
                  <a:pt x="481406" y="1115649"/>
                  <a:pt x="457200" y="1333500"/>
                </a:cubicBezTo>
                <a:cubicBezTo>
                  <a:pt x="454243" y="1360110"/>
                  <a:pt x="431800" y="1409700"/>
                  <a:pt x="431800" y="1409700"/>
                </a:cubicBezTo>
                <a:cubicBezTo>
                  <a:pt x="413975" y="1730542"/>
                  <a:pt x="415758" y="1546058"/>
                  <a:pt x="431800" y="1866900"/>
                </a:cubicBezTo>
                <a:cubicBezTo>
                  <a:pt x="436456" y="1960013"/>
                  <a:pt x="434568" y="2053601"/>
                  <a:pt x="444500" y="2146300"/>
                </a:cubicBezTo>
                <a:cubicBezTo>
                  <a:pt x="447352" y="2172922"/>
                  <a:pt x="464649" y="2196246"/>
                  <a:pt x="469900" y="2222500"/>
                </a:cubicBezTo>
                <a:cubicBezTo>
                  <a:pt x="508204" y="2414018"/>
                  <a:pt x="459429" y="2175382"/>
                  <a:pt x="495300" y="2336800"/>
                </a:cubicBezTo>
                <a:cubicBezTo>
                  <a:pt x="501097" y="2362885"/>
                  <a:pt x="507083" y="2411167"/>
                  <a:pt x="520700" y="2438400"/>
                </a:cubicBezTo>
                <a:cubicBezTo>
                  <a:pt x="527526" y="2452052"/>
                  <a:pt x="537633" y="2463800"/>
                  <a:pt x="546100" y="2476500"/>
                </a:cubicBezTo>
                <a:cubicBezTo>
                  <a:pt x="541867" y="2582333"/>
                  <a:pt x="540946" y="2688351"/>
                  <a:pt x="533400" y="2794000"/>
                </a:cubicBezTo>
                <a:cubicBezTo>
                  <a:pt x="532446" y="2807353"/>
                  <a:pt x="520700" y="2818713"/>
                  <a:pt x="520700" y="2832100"/>
                </a:cubicBezTo>
                <a:cubicBezTo>
                  <a:pt x="520700" y="2946478"/>
                  <a:pt x="522019" y="3061189"/>
                  <a:pt x="533400" y="3175000"/>
                </a:cubicBezTo>
                <a:cubicBezTo>
                  <a:pt x="534919" y="3190188"/>
                  <a:pt x="550333" y="3200400"/>
                  <a:pt x="558800" y="3213100"/>
                </a:cubicBezTo>
                <a:cubicBezTo>
                  <a:pt x="554567" y="3352800"/>
                  <a:pt x="556819" y="3492848"/>
                  <a:pt x="546100" y="3632200"/>
                </a:cubicBezTo>
                <a:cubicBezTo>
                  <a:pt x="544047" y="3658895"/>
                  <a:pt x="520700" y="3708400"/>
                  <a:pt x="520700" y="3708400"/>
                </a:cubicBezTo>
                <a:cubicBezTo>
                  <a:pt x="524933" y="3725333"/>
                  <a:pt x="524740" y="3744045"/>
                  <a:pt x="533400" y="3759200"/>
                </a:cubicBezTo>
                <a:cubicBezTo>
                  <a:pt x="562290" y="3809757"/>
                  <a:pt x="568381" y="3789391"/>
                  <a:pt x="609600" y="3810000"/>
                </a:cubicBezTo>
                <a:cubicBezTo>
                  <a:pt x="623252" y="3816826"/>
                  <a:pt x="635000" y="3826933"/>
                  <a:pt x="647700" y="3835400"/>
                </a:cubicBezTo>
                <a:cubicBezTo>
                  <a:pt x="684882" y="3829203"/>
                  <a:pt x="734527" y="3831642"/>
                  <a:pt x="762000" y="3797300"/>
                </a:cubicBezTo>
                <a:cubicBezTo>
                  <a:pt x="770363" y="3786847"/>
                  <a:pt x="770467" y="3771900"/>
                  <a:pt x="774700" y="3759200"/>
                </a:cubicBezTo>
                <a:cubicBezTo>
                  <a:pt x="770676" y="3722984"/>
                  <a:pt x="770576" y="3649353"/>
                  <a:pt x="749300" y="3606800"/>
                </a:cubicBezTo>
                <a:cubicBezTo>
                  <a:pt x="742474" y="3593148"/>
                  <a:pt x="732367" y="3581400"/>
                  <a:pt x="723900" y="3568700"/>
                </a:cubicBezTo>
                <a:cubicBezTo>
                  <a:pt x="728133" y="3530600"/>
                  <a:pt x="730298" y="3492213"/>
                  <a:pt x="736600" y="3454400"/>
                </a:cubicBezTo>
                <a:cubicBezTo>
                  <a:pt x="738801" y="3441195"/>
                  <a:pt x="746675" y="3429427"/>
                  <a:pt x="749300" y="3416300"/>
                </a:cubicBezTo>
                <a:cubicBezTo>
                  <a:pt x="758361" y="3370997"/>
                  <a:pt x="770298" y="3252721"/>
                  <a:pt x="774700" y="3213100"/>
                </a:cubicBezTo>
                <a:cubicBezTo>
                  <a:pt x="778933" y="2874433"/>
                  <a:pt x="779958" y="2535711"/>
                  <a:pt x="787400" y="2197100"/>
                </a:cubicBezTo>
                <a:cubicBezTo>
                  <a:pt x="788427" y="2150353"/>
                  <a:pt x="796371" y="2104010"/>
                  <a:pt x="800100" y="2057400"/>
                </a:cubicBezTo>
                <a:cubicBezTo>
                  <a:pt x="815635" y="1863210"/>
                  <a:pt x="762913" y="1912858"/>
                  <a:pt x="850900" y="1854200"/>
                </a:cubicBezTo>
                <a:cubicBezTo>
                  <a:pt x="882369" y="1948608"/>
                  <a:pt x="848476" y="1837232"/>
                  <a:pt x="876300" y="2032000"/>
                </a:cubicBezTo>
                <a:cubicBezTo>
                  <a:pt x="878193" y="2045252"/>
                  <a:pt x="884767" y="2057400"/>
                  <a:pt x="889000" y="2070100"/>
                </a:cubicBezTo>
                <a:cubicBezTo>
                  <a:pt x="893233" y="2281767"/>
                  <a:pt x="894276" y="2493521"/>
                  <a:pt x="901700" y="2705100"/>
                </a:cubicBezTo>
                <a:cubicBezTo>
                  <a:pt x="902750" y="2735016"/>
                  <a:pt x="911690" y="2764189"/>
                  <a:pt x="914400" y="2794000"/>
                </a:cubicBezTo>
                <a:cubicBezTo>
                  <a:pt x="920162" y="2857380"/>
                  <a:pt x="922867" y="2921000"/>
                  <a:pt x="927100" y="2984500"/>
                </a:cubicBezTo>
                <a:cubicBezTo>
                  <a:pt x="930374" y="3089261"/>
                  <a:pt x="954402" y="3413986"/>
                  <a:pt x="927100" y="3568700"/>
                </a:cubicBezTo>
                <a:cubicBezTo>
                  <a:pt x="924447" y="3583731"/>
                  <a:pt x="910167" y="3594100"/>
                  <a:pt x="901700" y="3606800"/>
                </a:cubicBezTo>
                <a:cubicBezTo>
                  <a:pt x="886363" y="3668149"/>
                  <a:pt x="872445" y="3698762"/>
                  <a:pt x="901700" y="3771900"/>
                </a:cubicBezTo>
                <a:cubicBezTo>
                  <a:pt x="906672" y="3784329"/>
                  <a:pt x="927100" y="3780367"/>
                  <a:pt x="939800" y="3784600"/>
                </a:cubicBezTo>
                <a:cubicBezTo>
                  <a:pt x="1003300" y="3780367"/>
                  <a:pt x="1097856" y="3826650"/>
                  <a:pt x="1130300" y="3771900"/>
                </a:cubicBezTo>
                <a:cubicBezTo>
                  <a:pt x="1186454" y="3677141"/>
                  <a:pt x="1137761" y="3551723"/>
                  <a:pt x="1143000" y="3441700"/>
                </a:cubicBezTo>
                <a:cubicBezTo>
                  <a:pt x="1146228" y="3373911"/>
                  <a:pt x="1148470" y="3305979"/>
                  <a:pt x="1155700" y="3238500"/>
                </a:cubicBezTo>
                <a:cubicBezTo>
                  <a:pt x="1162380" y="3176149"/>
                  <a:pt x="1180333" y="3089933"/>
                  <a:pt x="1193800" y="3022600"/>
                </a:cubicBezTo>
                <a:cubicBezTo>
                  <a:pt x="1189567" y="2942167"/>
                  <a:pt x="1191983" y="2861106"/>
                  <a:pt x="1181100" y="2781300"/>
                </a:cubicBezTo>
                <a:cubicBezTo>
                  <a:pt x="1179038" y="2766176"/>
                  <a:pt x="1162526" y="2756852"/>
                  <a:pt x="1155700" y="2743200"/>
                </a:cubicBezTo>
                <a:cubicBezTo>
                  <a:pt x="1103120" y="2638040"/>
                  <a:pt x="1190393" y="2776189"/>
                  <a:pt x="1117600" y="2667000"/>
                </a:cubicBezTo>
                <a:cubicBezTo>
                  <a:pt x="1121833" y="2586567"/>
                  <a:pt x="1120703" y="2505671"/>
                  <a:pt x="1130300" y="2425700"/>
                </a:cubicBezTo>
                <a:cubicBezTo>
                  <a:pt x="1133490" y="2399117"/>
                  <a:pt x="1147233" y="2374900"/>
                  <a:pt x="1155700" y="2349500"/>
                </a:cubicBezTo>
                <a:lnTo>
                  <a:pt x="1168400" y="2311400"/>
                </a:lnTo>
                <a:cubicBezTo>
                  <a:pt x="1172633" y="2277533"/>
                  <a:pt x="1174995" y="2243380"/>
                  <a:pt x="1181100" y="2209800"/>
                </a:cubicBezTo>
                <a:cubicBezTo>
                  <a:pt x="1183495" y="2196629"/>
                  <a:pt x="1190553" y="2184687"/>
                  <a:pt x="1193800" y="2171700"/>
                </a:cubicBezTo>
                <a:lnTo>
                  <a:pt x="1219200" y="2070100"/>
                </a:lnTo>
                <a:cubicBezTo>
                  <a:pt x="1214967" y="2040467"/>
                  <a:pt x="1206500" y="2011134"/>
                  <a:pt x="1206500" y="1981200"/>
                </a:cubicBezTo>
                <a:cubicBezTo>
                  <a:pt x="1206500" y="1930224"/>
                  <a:pt x="1219200" y="1879776"/>
                  <a:pt x="1219200" y="1828800"/>
                </a:cubicBezTo>
                <a:cubicBezTo>
                  <a:pt x="1219200" y="1371974"/>
                  <a:pt x="1256302" y="1495607"/>
                  <a:pt x="1193800" y="1308100"/>
                </a:cubicBezTo>
                <a:cubicBezTo>
                  <a:pt x="1198033" y="1227667"/>
                  <a:pt x="1200077" y="1147088"/>
                  <a:pt x="1206500" y="1066800"/>
                </a:cubicBezTo>
                <a:cubicBezTo>
                  <a:pt x="1208553" y="1041132"/>
                  <a:pt x="1216504" y="1016209"/>
                  <a:pt x="1219200" y="990600"/>
                </a:cubicBezTo>
                <a:cubicBezTo>
                  <a:pt x="1224978" y="935707"/>
                  <a:pt x="1216737" y="878572"/>
                  <a:pt x="1231900" y="825500"/>
                </a:cubicBezTo>
                <a:cubicBezTo>
                  <a:pt x="1235578" y="812628"/>
                  <a:pt x="1257300" y="817033"/>
                  <a:pt x="1270000" y="812800"/>
                </a:cubicBezTo>
                <a:cubicBezTo>
                  <a:pt x="1360680" y="843027"/>
                  <a:pt x="1323923" y="823348"/>
                  <a:pt x="1384300" y="863600"/>
                </a:cubicBezTo>
                <a:cubicBezTo>
                  <a:pt x="1403494" y="940375"/>
                  <a:pt x="1391480" y="897841"/>
                  <a:pt x="1422400" y="990600"/>
                </a:cubicBezTo>
                <a:lnTo>
                  <a:pt x="1435100" y="1028700"/>
                </a:lnTo>
                <a:cubicBezTo>
                  <a:pt x="1439333" y="1134533"/>
                  <a:pt x="1437598" y="1240775"/>
                  <a:pt x="1447800" y="1346200"/>
                </a:cubicBezTo>
                <a:cubicBezTo>
                  <a:pt x="1450379" y="1372849"/>
                  <a:pt x="1467949" y="1396146"/>
                  <a:pt x="1473200" y="1422400"/>
                </a:cubicBezTo>
                <a:cubicBezTo>
                  <a:pt x="1492593" y="1519367"/>
                  <a:pt x="1483223" y="1464481"/>
                  <a:pt x="1498600" y="1587500"/>
                </a:cubicBezTo>
                <a:cubicBezTo>
                  <a:pt x="1494367" y="1655233"/>
                  <a:pt x="1496484" y="1723665"/>
                  <a:pt x="1485900" y="1790700"/>
                </a:cubicBezTo>
                <a:cubicBezTo>
                  <a:pt x="1483519" y="1805777"/>
                  <a:pt x="1466699" y="1814852"/>
                  <a:pt x="1460500" y="1828800"/>
                </a:cubicBezTo>
                <a:cubicBezTo>
                  <a:pt x="1449626" y="1853266"/>
                  <a:pt x="1435100" y="1905000"/>
                  <a:pt x="1435100" y="1905000"/>
                </a:cubicBezTo>
                <a:cubicBezTo>
                  <a:pt x="1439333" y="1947333"/>
                  <a:pt x="1434346" y="1991639"/>
                  <a:pt x="1447800" y="2032000"/>
                </a:cubicBezTo>
                <a:cubicBezTo>
                  <a:pt x="1452627" y="2046480"/>
                  <a:pt x="1470670" y="2056385"/>
                  <a:pt x="1485900" y="2057400"/>
                </a:cubicBezTo>
                <a:cubicBezTo>
                  <a:pt x="1536763" y="2060791"/>
                  <a:pt x="1587500" y="2048933"/>
                  <a:pt x="1638300" y="2044700"/>
                </a:cubicBezTo>
                <a:cubicBezTo>
                  <a:pt x="1672533" y="1736601"/>
                  <a:pt x="1670070" y="1864097"/>
                  <a:pt x="1651000" y="1511300"/>
                </a:cubicBezTo>
                <a:cubicBezTo>
                  <a:pt x="1641617" y="1337713"/>
                  <a:pt x="1667676" y="1390264"/>
                  <a:pt x="1612900" y="1308100"/>
                </a:cubicBezTo>
                <a:cubicBezTo>
                  <a:pt x="1585299" y="1142495"/>
                  <a:pt x="1603786" y="1204558"/>
                  <a:pt x="1574800" y="1117600"/>
                </a:cubicBezTo>
                <a:cubicBezTo>
                  <a:pt x="1570567" y="1054100"/>
                  <a:pt x="1571100" y="990101"/>
                  <a:pt x="1562100" y="927100"/>
                </a:cubicBezTo>
                <a:cubicBezTo>
                  <a:pt x="1558314" y="900595"/>
                  <a:pt x="1545167" y="876300"/>
                  <a:pt x="1536700" y="850900"/>
                </a:cubicBezTo>
                <a:lnTo>
                  <a:pt x="1524000" y="812800"/>
                </a:lnTo>
                <a:cubicBezTo>
                  <a:pt x="1519767" y="778933"/>
                  <a:pt x="1515811" y="745031"/>
                  <a:pt x="1511300" y="711200"/>
                </a:cubicBezTo>
                <a:cubicBezTo>
                  <a:pt x="1507344" y="681528"/>
                  <a:pt x="1502098" y="652029"/>
                  <a:pt x="1498600" y="622300"/>
                </a:cubicBezTo>
                <a:cubicBezTo>
                  <a:pt x="1485479" y="510770"/>
                  <a:pt x="1485900" y="535886"/>
                  <a:pt x="1485900" y="482600"/>
                </a:cubicBezTo>
                <a:lnTo>
                  <a:pt x="1422400" y="254000"/>
                </a:lnTo>
                <a:cubicBezTo>
                  <a:pt x="1392767" y="228600"/>
                  <a:pt x="1365064" y="200756"/>
                  <a:pt x="1333500" y="177800"/>
                </a:cubicBezTo>
                <a:cubicBezTo>
                  <a:pt x="1286930" y="143931"/>
                  <a:pt x="1274428" y="154762"/>
                  <a:pt x="1219200" y="139700"/>
                </a:cubicBezTo>
                <a:cubicBezTo>
                  <a:pt x="1193369" y="132655"/>
                  <a:pt x="1168400" y="122767"/>
                  <a:pt x="1143000" y="114300"/>
                </a:cubicBezTo>
                <a:cubicBezTo>
                  <a:pt x="1130300" y="110067"/>
                  <a:pt x="1117887" y="104847"/>
                  <a:pt x="1104900" y="101600"/>
                </a:cubicBezTo>
                <a:cubicBezTo>
                  <a:pt x="1087967" y="97367"/>
                  <a:pt x="1070883" y="93695"/>
                  <a:pt x="1054100" y="88900"/>
                </a:cubicBezTo>
                <a:cubicBezTo>
                  <a:pt x="1041228" y="85222"/>
                  <a:pt x="1028987" y="79447"/>
                  <a:pt x="1016000" y="76200"/>
                </a:cubicBezTo>
                <a:cubicBezTo>
                  <a:pt x="995059" y="70965"/>
                  <a:pt x="973667" y="67733"/>
                  <a:pt x="952500" y="63500"/>
                </a:cubicBezTo>
                <a:cubicBezTo>
                  <a:pt x="861777" y="3018"/>
                  <a:pt x="905916" y="20104"/>
                  <a:pt x="825500" y="0"/>
                </a:cubicBezTo>
                <a:cubicBezTo>
                  <a:pt x="728218" y="13897"/>
                  <a:pt x="740833" y="0"/>
                  <a:pt x="723900" y="0"/>
                </a:cubicBezTo>
                <a:close/>
              </a:path>
            </a:pathLst>
          </a:cu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wrap="none" lIns="82923" tIns="40734" rIns="82923" bIns="40734">
            <a:spAutoFit/>
          </a:bodyPr>
          <a:lstStyle/>
          <a:p>
            <a:endParaRPr lang="en-SG"/>
          </a:p>
        </p:txBody>
      </p:sp>
      <p:grpSp>
        <p:nvGrpSpPr>
          <p:cNvPr id="2" name="Group 174"/>
          <p:cNvGrpSpPr>
            <a:grpSpLocks/>
          </p:cNvGrpSpPr>
          <p:nvPr/>
        </p:nvGrpSpPr>
        <p:grpSpPr bwMode="auto">
          <a:xfrm>
            <a:off x="1528763" y="1630363"/>
            <a:ext cx="1289050" cy="1589087"/>
            <a:chOff x="1528354" y="1630470"/>
            <a:chExt cx="1288996" cy="1588785"/>
          </a:xfrm>
        </p:grpSpPr>
        <p:sp>
          <p:nvSpPr>
            <p:cNvPr id="10284" name="Freeform 41"/>
            <p:cNvSpPr>
              <a:spLocks/>
            </p:cNvSpPr>
            <p:nvPr/>
          </p:nvSpPr>
          <p:spPr bwMode="auto">
            <a:xfrm>
              <a:off x="1528354" y="1630470"/>
              <a:ext cx="1288996" cy="1588785"/>
            </a:xfrm>
            <a:custGeom>
              <a:avLst/>
              <a:gdLst>
                <a:gd name="T0" fmla="*/ 759113345 w 978"/>
                <a:gd name="T1" fmla="*/ 2042250876 h 1233"/>
                <a:gd name="T2" fmla="*/ 630568152 w 978"/>
                <a:gd name="T3" fmla="*/ 1904441550 h 1233"/>
                <a:gd name="T4" fmla="*/ 397796357 w 978"/>
                <a:gd name="T5" fmla="*/ 1774933074 h 1233"/>
                <a:gd name="T6" fmla="*/ 109436829 w 978"/>
                <a:gd name="T7" fmla="*/ 1693573913 h 1233"/>
                <a:gd name="T8" fmla="*/ 123333731 w 978"/>
                <a:gd name="T9" fmla="*/ 1565726381 h 1233"/>
                <a:gd name="T10" fmla="*/ 222349201 w 978"/>
                <a:gd name="T11" fmla="*/ 1358180631 h 1233"/>
                <a:gd name="T12" fmla="*/ 29530928 w 978"/>
                <a:gd name="T13" fmla="*/ 1047692155 h 1233"/>
                <a:gd name="T14" fmla="*/ 6948454 w 978"/>
                <a:gd name="T15" fmla="*/ 836824518 h 1233"/>
                <a:gd name="T16" fmla="*/ 6948454 w 978"/>
                <a:gd name="T17" fmla="*/ 589430143 h 1233"/>
                <a:gd name="T18" fmla="*/ 222349201 w 978"/>
                <a:gd name="T19" fmla="*/ 205884887 h 1233"/>
                <a:gd name="T20" fmla="*/ 300519276 w 978"/>
                <a:gd name="T21" fmla="*/ 144451851 h 1233"/>
                <a:gd name="T22" fmla="*/ 491600447 w 978"/>
                <a:gd name="T23" fmla="*/ 61433016 h 1233"/>
                <a:gd name="T24" fmla="*/ 911979270 w 978"/>
                <a:gd name="T25" fmla="*/ 0 h 1233"/>
                <a:gd name="T26" fmla="*/ 1134328388 w 978"/>
                <a:gd name="T27" fmla="*/ 24905139 h 1233"/>
                <a:gd name="T28" fmla="*/ 1294141447 w 978"/>
                <a:gd name="T29" fmla="*/ 92980650 h 1233"/>
                <a:gd name="T30" fmla="*/ 1387945866 w 978"/>
                <a:gd name="T31" fmla="*/ 131169459 h 1233"/>
                <a:gd name="T32" fmla="*/ 1511279556 w 978"/>
                <a:gd name="T33" fmla="*/ 302187383 h 1233"/>
                <a:gd name="T34" fmla="*/ 1568604278 w 978"/>
                <a:gd name="T35" fmla="*/ 481506198 h 1233"/>
                <a:gd name="T36" fmla="*/ 1605082329 w 978"/>
                <a:gd name="T37" fmla="*/ 547920735 h 1233"/>
                <a:gd name="T38" fmla="*/ 1639824584 w 978"/>
                <a:gd name="T39" fmla="*/ 602712535 h 1233"/>
                <a:gd name="T40" fmla="*/ 1612030780 w 978"/>
                <a:gd name="T41" fmla="*/ 708976986 h 1233"/>
                <a:gd name="T42" fmla="*/ 1582501180 w 978"/>
                <a:gd name="T43" fmla="*/ 775391523 h 1233"/>
                <a:gd name="T44" fmla="*/ 1625927682 w 978"/>
                <a:gd name="T45" fmla="*/ 933125726 h 1233"/>
                <a:gd name="T46" fmla="*/ 1676303953 w 978"/>
                <a:gd name="T47" fmla="*/ 1067615743 h 1233"/>
                <a:gd name="T48" fmla="*/ 1697149306 w 978"/>
                <a:gd name="T49" fmla="*/ 1112445749 h 1233"/>
                <a:gd name="T50" fmla="*/ 1660669938 w 978"/>
                <a:gd name="T51" fmla="*/ 1197124219 h 1233"/>
                <a:gd name="T52" fmla="*/ 1573815616 w 978"/>
                <a:gd name="T53" fmla="*/ 1210407899 h 1233"/>
                <a:gd name="T54" fmla="*/ 1551233150 w 978"/>
                <a:gd name="T55" fmla="*/ 1278482091 h 1233"/>
                <a:gd name="T56" fmla="*/ 1254187852 w 978"/>
                <a:gd name="T57" fmla="*/ 1338255432 h 1233"/>
                <a:gd name="T58" fmla="*/ 1481748639 w 978"/>
                <a:gd name="T59" fmla="*/ 1417953972 h 1233"/>
                <a:gd name="T60" fmla="*/ 1466114624 w 978"/>
                <a:gd name="T61" fmla="*/ 1457802436 h 1233"/>
                <a:gd name="T62" fmla="*/ 1445269270 w 978"/>
                <a:gd name="T63" fmla="*/ 1492669359 h 1233"/>
                <a:gd name="T64" fmla="*/ 1438320819 w 978"/>
                <a:gd name="T65" fmla="*/ 1559083896 h 1233"/>
                <a:gd name="T66" fmla="*/ 1417475466 w 978"/>
                <a:gd name="T67" fmla="*/ 1660366645 h 1233"/>
                <a:gd name="T68" fmla="*/ 1335832153 w 978"/>
                <a:gd name="T69" fmla="*/ 1740064862 h 1233"/>
                <a:gd name="T70" fmla="*/ 1229868273 w 978"/>
                <a:gd name="T71" fmla="*/ 1746706058 h 1233"/>
                <a:gd name="T72" fmla="*/ 1068318102 w 978"/>
                <a:gd name="T73" fmla="*/ 1665348186 h 1233"/>
                <a:gd name="T74" fmla="*/ 962355541 w 978"/>
                <a:gd name="T75" fmla="*/ 1660366645 h 1233"/>
                <a:gd name="T76" fmla="*/ 903293706 w 978"/>
                <a:gd name="T77" fmla="*/ 1801497858 h 1233"/>
                <a:gd name="T78" fmla="*/ 859865886 w 978"/>
                <a:gd name="T79" fmla="*/ 1921044540 h 1233"/>
                <a:gd name="T80" fmla="*/ 873762788 w 978"/>
                <a:gd name="T81" fmla="*/ 1992440618 h 1233"/>
                <a:gd name="T82" fmla="*/ 774747360 w 978"/>
                <a:gd name="T83" fmla="*/ 2045571474 h 1233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978"/>
                <a:gd name="T127" fmla="*/ 0 h 1233"/>
                <a:gd name="T128" fmla="*/ 978 w 978"/>
                <a:gd name="T129" fmla="*/ 1233 h 1233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978" h="1233">
                  <a:moveTo>
                    <a:pt x="431" y="1232"/>
                  </a:moveTo>
                  <a:lnTo>
                    <a:pt x="437" y="1230"/>
                  </a:lnTo>
                  <a:lnTo>
                    <a:pt x="412" y="1186"/>
                  </a:lnTo>
                  <a:lnTo>
                    <a:pt x="363" y="1147"/>
                  </a:lnTo>
                  <a:lnTo>
                    <a:pt x="312" y="1121"/>
                  </a:lnTo>
                  <a:lnTo>
                    <a:pt x="229" y="1069"/>
                  </a:lnTo>
                  <a:lnTo>
                    <a:pt x="121" y="1028"/>
                  </a:lnTo>
                  <a:lnTo>
                    <a:pt x="63" y="1020"/>
                  </a:lnTo>
                  <a:lnTo>
                    <a:pt x="8" y="1040"/>
                  </a:lnTo>
                  <a:lnTo>
                    <a:pt x="71" y="943"/>
                  </a:lnTo>
                  <a:lnTo>
                    <a:pt x="91" y="871"/>
                  </a:lnTo>
                  <a:lnTo>
                    <a:pt x="128" y="818"/>
                  </a:lnTo>
                  <a:lnTo>
                    <a:pt x="33" y="673"/>
                  </a:lnTo>
                  <a:lnTo>
                    <a:pt x="17" y="631"/>
                  </a:lnTo>
                  <a:lnTo>
                    <a:pt x="12" y="573"/>
                  </a:lnTo>
                  <a:lnTo>
                    <a:pt x="4" y="504"/>
                  </a:lnTo>
                  <a:lnTo>
                    <a:pt x="0" y="451"/>
                  </a:lnTo>
                  <a:lnTo>
                    <a:pt x="4" y="355"/>
                  </a:lnTo>
                  <a:lnTo>
                    <a:pt x="46" y="242"/>
                  </a:lnTo>
                  <a:lnTo>
                    <a:pt x="128" y="124"/>
                  </a:lnTo>
                  <a:lnTo>
                    <a:pt x="152" y="96"/>
                  </a:lnTo>
                  <a:lnTo>
                    <a:pt x="173" y="87"/>
                  </a:lnTo>
                  <a:lnTo>
                    <a:pt x="200" y="77"/>
                  </a:lnTo>
                  <a:lnTo>
                    <a:pt x="283" y="37"/>
                  </a:lnTo>
                  <a:lnTo>
                    <a:pt x="329" y="24"/>
                  </a:lnTo>
                  <a:lnTo>
                    <a:pt x="525" y="0"/>
                  </a:lnTo>
                  <a:lnTo>
                    <a:pt x="624" y="15"/>
                  </a:lnTo>
                  <a:lnTo>
                    <a:pt x="653" y="15"/>
                  </a:lnTo>
                  <a:lnTo>
                    <a:pt x="703" y="35"/>
                  </a:lnTo>
                  <a:lnTo>
                    <a:pt x="745" y="56"/>
                  </a:lnTo>
                  <a:lnTo>
                    <a:pt x="771" y="69"/>
                  </a:lnTo>
                  <a:lnTo>
                    <a:pt x="799" y="79"/>
                  </a:lnTo>
                  <a:lnTo>
                    <a:pt x="836" y="128"/>
                  </a:lnTo>
                  <a:lnTo>
                    <a:pt x="870" y="182"/>
                  </a:lnTo>
                  <a:lnTo>
                    <a:pt x="891" y="253"/>
                  </a:lnTo>
                  <a:lnTo>
                    <a:pt x="903" y="290"/>
                  </a:lnTo>
                  <a:lnTo>
                    <a:pt x="911" y="306"/>
                  </a:lnTo>
                  <a:lnTo>
                    <a:pt x="924" y="330"/>
                  </a:lnTo>
                  <a:lnTo>
                    <a:pt x="937" y="346"/>
                  </a:lnTo>
                  <a:lnTo>
                    <a:pt x="944" y="363"/>
                  </a:lnTo>
                  <a:lnTo>
                    <a:pt x="948" y="392"/>
                  </a:lnTo>
                  <a:lnTo>
                    <a:pt x="928" y="427"/>
                  </a:lnTo>
                  <a:lnTo>
                    <a:pt x="919" y="452"/>
                  </a:lnTo>
                  <a:lnTo>
                    <a:pt x="911" y="467"/>
                  </a:lnTo>
                  <a:lnTo>
                    <a:pt x="923" y="504"/>
                  </a:lnTo>
                  <a:lnTo>
                    <a:pt x="936" y="562"/>
                  </a:lnTo>
                  <a:lnTo>
                    <a:pt x="956" y="608"/>
                  </a:lnTo>
                  <a:lnTo>
                    <a:pt x="965" y="643"/>
                  </a:lnTo>
                  <a:lnTo>
                    <a:pt x="969" y="662"/>
                  </a:lnTo>
                  <a:lnTo>
                    <a:pt x="977" y="670"/>
                  </a:lnTo>
                  <a:lnTo>
                    <a:pt x="973" y="690"/>
                  </a:lnTo>
                  <a:lnTo>
                    <a:pt x="956" y="721"/>
                  </a:lnTo>
                  <a:lnTo>
                    <a:pt x="907" y="729"/>
                  </a:lnTo>
                  <a:lnTo>
                    <a:pt x="906" y="729"/>
                  </a:lnTo>
                  <a:lnTo>
                    <a:pt x="877" y="799"/>
                  </a:lnTo>
                  <a:lnTo>
                    <a:pt x="893" y="770"/>
                  </a:lnTo>
                  <a:lnTo>
                    <a:pt x="860" y="814"/>
                  </a:lnTo>
                  <a:lnTo>
                    <a:pt x="722" y="806"/>
                  </a:lnTo>
                  <a:lnTo>
                    <a:pt x="860" y="819"/>
                  </a:lnTo>
                  <a:lnTo>
                    <a:pt x="853" y="854"/>
                  </a:lnTo>
                  <a:lnTo>
                    <a:pt x="854" y="866"/>
                  </a:lnTo>
                  <a:lnTo>
                    <a:pt x="844" y="878"/>
                  </a:lnTo>
                  <a:lnTo>
                    <a:pt x="841" y="892"/>
                  </a:lnTo>
                  <a:lnTo>
                    <a:pt x="832" y="899"/>
                  </a:lnTo>
                  <a:lnTo>
                    <a:pt x="828" y="907"/>
                  </a:lnTo>
                  <a:lnTo>
                    <a:pt x="828" y="939"/>
                  </a:lnTo>
                  <a:lnTo>
                    <a:pt x="826" y="970"/>
                  </a:lnTo>
                  <a:lnTo>
                    <a:pt x="816" y="1000"/>
                  </a:lnTo>
                  <a:lnTo>
                    <a:pt x="795" y="1036"/>
                  </a:lnTo>
                  <a:lnTo>
                    <a:pt x="769" y="1048"/>
                  </a:lnTo>
                  <a:lnTo>
                    <a:pt x="737" y="1057"/>
                  </a:lnTo>
                  <a:lnTo>
                    <a:pt x="708" y="1052"/>
                  </a:lnTo>
                  <a:lnTo>
                    <a:pt x="657" y="1032"/>
                  </a:lnTo>
                  <a:lnTo>
                    <a:pt x="615" y="1003"/>
                  </a:lnTo>
                  <a:lnTo>
                    <a:pt x="574" y="1000"/>
                  </a:lnTo>
                  <a:lnTo>
                    <a:pt x="554" y="1000"/>
                  </a:lnTo>
                  <a:lnTo>
                    <a:pt x="558" y="1040"/>
                  </a:lnTo>
                  <a:lnTo>
                    <a:pt x="520" y="1085"/>
                  </a:lnTo>
                  <a:lnTo>
                    <a:pt x="512" y="1124"/>
                  </a:lnTo>
                  <a:lnTo>
                    <a:pt x="495" y="1157"/>
                  </a:lnTo>
                  <a:lnTo>
                    <a:pt x="503" y="1210"/>
                  </a:lnTo>
                  <a:lnTo>
                    <a:pt x="503" y="1200"/>
                  </a:lnTo>
                  <a:lnTo>
                    <a:pt x="511" y="1226"/>
                  </a:lnTo>
                  <a:lnTo>
                    <a:pt x="446" y="1232"/>
                  </a:lnTo>
                  <a:lnTo>
                    <a:pt x="431" y="1232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10285" name="Freeform 42"/>
            <p:cNvSpPr>
              <a:spLocks/>
            </p:cNvSpPr>
            <p:nvPr/>
          </p:nvSpPr>
          <p:spPr bwMode="auto">
            <a:xfrm>
              <a:off x="2569568" y="2203876"/>
              <a:ext cx="163431" cy="83756"/>
            </a:xfrm>
            <a:custGeom>
              <a:avLst/>
              <a:gdLst>
                <a:gd name="T0" fmla="*/ 0 w 124"/>
                <a:gd name="T1" fmla="*/ 74716780 h 65"/>
                <a:gd name="T2" fmla="*/ 46902070 w 124"/>
                <a:gd name="T3" fmla="*/ 68075576 h 65"/>
                <a:gd name="T4" fmla="*/ 93804140 w 124"/>
                <a:gd name="T5" fmla="*/ 44830076 h 65"/>
                <a:gd name="T6" fmla="*/ 126807968 w 124"/>
                <a:gd name="T7" fmla="*/ 28225769 h 65"/>
                <a:gd name="T8" fmla="*/ 166761566 w 124"/>
                <a:gd name="T9" fmla="*/ 18263959 h 65"/>
                <a:gd name="T10" fmla="*/ 213663656 w 124"/>
                <a:gd name="T11" fmla="*/ 0 h 65"/>
                <a:gd name="T12" fmla="*/ 168498679 w 124"/>
                <a:gd name="T13" fmla="*/ 28225769 h 65"/>
                <a:gd name="T14" fmla="*/ 123333742 w 124"/>
                <a:gd name="T15" fmla="*/ 54791881 h 65"/>
                <a:gd name="T16" fmla="*/ 116385290 w 124"/>
                <a:gd name="T17" fmla="*/ 99621957 h 65"/>
                <a:gd name="T18" fmla="*/ 83381442 w 124"/>
                <a:gd name="T19" fmla="*/ 106263160 h 65"/>
                <a:gd name="T20" fmla="*/ 90329914 w 124"/>
                <a:gd name="T21" fmla="*/ 78037382 h 65"/>
                <a:gd name="T22" fmla="*/ 83381442 w 124"/>
                <a:gd name="T23" fmla="*/ 61433084 h 65"/>
                <a:gd name="T24" fmla="*/ 0 w 124"/>
                <a:gd name="T25" fmla="*/ 74716780 h 6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24"/>
                <a:gd name="T40" fmla="*/ 0 h 65"/>
                <a:gd name="T41" fmla="*/ 124 w 124"/>
                <a:gd name="T42" fmla="*/ 65 h 65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24" h="65">
                  <a:moveTo>
                    <a:pt x="0" y="45"/>
                  </a:moveTo>
                  <a:lnTo>
                    <a:pt x="27" y="41"/>
                  </a:lnTo>
                  <a:lnTo>
                    <a:pt x="54" y="27"/>
                  </a:lnTo>
                  <a:lnTo>
                    <a:pt x="73" y="17"/>
                  </a:lnTo>
                  <a:lnTo>
                    <a:pt x="96" y="11"/>
                  </a:lnTo>
                  <a:lnTo>
                    <a:pt x="123" y="0"/>
                  </a:lnTo>
                  <a:lnTo>
                    <a:pt x="97" y="17"/>
                  </a:lnTo>
                  <a:lnTo>
                    <a:pt x="71" y="33"/>
                  </a:lnTo>
                  <a:lnTo>
                    <a:pt x="67" y="60"/>
                  </a:lnTo>
                  <a:lnTo>
                    <a:pt x="48" y="64"/>
                  </a:lnTo>
                  <a:lnTo>
                    <a:pt x="52" y="47"/>
                  </a:lnTo>
                  <a:lnTo>
                    <a:pt x="48" y="37"/>
                  </a:lnTo>
                  <a:lnTo>
                    <a:pt x="0" y="45"/>
                  </a:lnTo>
                </a:path>
              </a:pathLst>
            </a:custGeom>
            <a:solidFill>
              <a:schemeClr val="bg1"/>
            </a:solidFill>
            <a:ln w="254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10286" name="Line 43"/>
            <p:cNvSpPr>
              <a:spLocks noChangeShapeType="1"/>
            </p:cNvSpPr>
            <p:nvPr/>
          </p:nvSpPr>
          <p:spPr bwMode="auto">
            <a:xfrm flipV="1">
              <a:off x="1881576" y="2330154"/>
              <a:ext cx="39540" cy="296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0287" name="Line 44"/>
            <p:cNvSpPr>
              <a:spLocks noChangeShapeType="1"/>
            </p:cNvSpPr>
            <p:nvPr/>
          </p:nvSpPr>
          <p:spPr bwMode="auto">
            <a:xfrm flipH="1">
              <a:off x="1888166" y="2330154"/>
              <a:ext cx="3690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0288" name="Freeform 45"/>
            <p:cNvSpPr>
              <a:spLocks/>
            </p:cNvSpPr>
            <p:nvPr/>
          </p:nvSpPr>
          <p:spPr bwMode="auto">
            <a:xfrm>
              <a:off x="1886848" y="2214184"/>
              <a:ext cx="283368" cy="314407"/>
            </a:xfrm>
            <a:custGeom>
              <a:avLst/>
              <a:gdLst>
                <a:gd name="T0" fmla="*/ 357842446 w 215"/>
                <a:gd name="T1" fmla="*/ 307167911 h 244"/>
                <a:gd name="T2" fmla="*/ 331785694 w 215"/>
                <a:gd name="T3" fmla="*/ 278942159 h 244"/>
                <a:gd name="T4" fmla="*/ 316151693 w 215"/>
                <a:gd name="T5" fmla="*/ 229130567 h 244"/>
                <a:gd name="T6" fmla="*/ 305729026 w 215"/>
                <a:gd name="T7" fmla="*/ 172679062 h 244"/>
                <a:gd name="T8" fmla="*/ 305729026 w 215"/>
                <a:gd name="T9" fmla="*/ 114565284 h 244"/>
                <a:gd name="T10" fmla="*/ 295306358 w 215"/>
                <a:gd name="T11" fmla="*/ 64754960 h 244"/>
                <a:gd name="T12" fmla="*/ 281410786 w 215"/>
                <a:gd name="T13" fmla="*/ 26566106 h 244"/>
                <a:gd name="T14" fmla="*/ 251879895 w 215"/>
                <a:gd name="T15" fmla="*/ 19924899 h 244"/>
                <a:gd name="T16" fmla="*/ 225823226 w 215"/>
                <a:gd name="T17" fmla="*/ 8302149 h 244"/>
                <a:gd name="T18" fmla="*/ 185869668 w 215"/>
                <a:gd name="T19" fmla="*/ 1660945 h 244"/>
                <a:gd name="T20" fmla="*/ 140704734 w 215"/>
                <a:gd name="T21" fmla="*/ 1660945 h 244"/>
                <a:gd name="T22" fmla="*/ 100751175 w 215"/>
                <a:gd name="T23" fmla="*/ 9961805 h 244"/>
                <a:gd name="T24" fmla="*/ 64273137 w 215"/>
                <a:gd name="T25" fmla="*/ 24905162 h 244"/>
                <a:gd name="T26" fmla="*/ 36479346 w 215"/>
                <a:gd name="T27" fmla="*/ 51471268 h 244"/>
                <a:gd name="T28" fmla="*/ 15634006 w 215"/>
                <a:gd name="T29" fmla="*/ 81357965 h 244"/>
                <a:gd name="T30" fmla="*/ 5211335 w 215"/>
                <a:gd name="T31" fmla="*/ 107924082 h 244"/>
                <a:gd name="T32" fmla="*/ 0 w 215"/>
                <a:gd name="T33" fmla="*/ 132829233 h 244"/>
                <a:gd name="T34" fmla="*/ 8685559 w 215"/>
                <a:gd name="T35" fmla="*/ 174338718 h 244"/>
                <a:gd name="T36" fmla="*/ 13896895 w 215"/>
                <a:gd name="T37" fmla="*/ 202565759 h 244"/>
                <a:gd name="T38" fmla="*/ 33005124 w 215"/>
                <a:gd name="T39" fmla="*/ 220829709 h 244"/>
                <a:gd name="T40" fmla="*/ 48639135 w 215"/>
                <a:gd name="T41" fmla="*/ 240753315 h 244"/>
                <a:gd name="T42" fmla="*/ 74695804 w 215"/>
                <a:gd name="T43" fmla="*/ 268980356 h 244"/>
                <a:gd name="T44" fmla="*/ 102488287 w 215"/>
                <a:gd name="T45" fmla="*/ 297206108 h 244"/>
                <a:gd name="T46" fmla="*/ 121596510 w 215"/>
                <a:gd name="T47" fmla="*/ 318790659 h 244"/>
                <a:gd name="T48" fmla="*/ 133756289 w 215"/>
                <a:gd name="T49" fmla="*/ 337054609 h 244"/>
                <a:gd name="T50" fmla="*/ 147653179 w 215"/>
                <a:gd name="T51" fmla="*/ 345356836 h 244"/>
                <a:gd name="T52" fmla="*/ 177184112 w 215"/>
                <a:gd name="T53" fmla="*/ 353658983 h 244"/>
                <a:gd name="T54" fmla="*/ 203240780 w 215"/>
                <a:gd name="T55" fmla="*/ 365281730 h 244"/>
                <a:gd name="T56" fmla="*/ 232771671 w 215"/>
                <a:gd name="T57" fmla="*/ 383545680 h 244"/>
                <a:gd name="T58" fmla="*/ 257091229 w 215"/>
                <a:gd name="T59" fmla="*/ 396828084 h 244"/>
                <a:gd name="T60" fmla="*/ 276199453 w 215"/>
                <a:gd name="T61" fmla="*/ 403469286 h 244"/>
                <a:gd name="T62" fmla="*/ 297043470 w 215"/>
                <a:gd name="T63" fmla="*/ 400148685 h 244"/>
                <a:gd name="T64" fmla="*/ 312677471 w 215"/>
                <a:gd name="T65" fmla="*/ 390186882 h 244"/>
                <a:gd name="T66" fmla="*/ 333522806 w 215"/>
                <a:gd name="T67" fmla="*/ 368602331 h 244"/>
                <a:gd name="T68" fmla="*/ 352631112 w 215"/>
                <a:gd name="T69" fmla="*/ 347017781 h 244"/>
                <a:gd name="T70" fmla="*/ 364790891 w 215"/>
                <a:gd name="T71" fmla="*/ 342036235 h 244"/>
                <a:gd name="T72" fmla="*/ 368265113 w 215"/>
                <a:gd name="T73" fmla="*/ 323772205 h 244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15"/>
                <a:gd name="T112" fmla="*/ 0 h 244"/>
                <a:gd name="T113" fmla="*/ 215 w 215"/>
                <a:gd name="T114" fmla="*/ 244 h 244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15" h="244">
                  <a:moveTo>
                    <a:pt x="212" y="195"/>
                  </a:moveTo>
                  <a:lnTo>
                    <a:pt x="206" y="185"/>
                  </a:lnTo>
                  <a:lnTo>
                    <a:pt x="200" y="176"/>
                  </a:lnTo>
                  <a:lnTo>
                    <a:pt x="191" y="168"/>
                  </a:lnTo>
                  <a:lnTo>
                    <a:pt x="185" y="155"/>
                  </a:lnTo>
                  <a:lnTo>
                    <a:pt x="182" y="138"/>
                  </a:lnTo>
                  <a:lnTo>
                    <a:pt x="179" y="122"/>
                  </a:lnTo>
                  <a:lnTo>
                    <a:pt x="176" y="104"/>
                  </a:lnTo>
                  <a:lnTo>
                    <a:pt x="175" y="84"/>
                  </a:lnTo>
                  <a:lnTo>
                    <a:pt x="176" y="69"/>
                  </a:lnTo>
                  <a:lnTo>
                    <a:pt x="174" y="53"/>
                  </a:lnTo>
                  <a:lnTo>
                    <a:pt x="170" y="39"/>
                  </a:lnTo>
                  <a:lnTo>
                    <a:pt x="166" y="26"/>
                  </a:lnTo>
                  <a:lnTo>
                    <a:pt x="162" y="16"/>
                  </a:lnTo>
                  <a:lnTo>
                    <a:pt x="152" y="14"/>
                  </a:lnTo>
                  <a:lnTo>
                    <a:pt x="145" y="12"/>
                  </a:lnTo>
                  <a:lnTo>
                    <a:pt x="138" y="8"/>
                  </a:lnTo>
                  <a:lnTo>
                    <a:pt x="130" y="5"/>
                  </a:lnTo>
                  <a:lnTo>
                    <a:pt x="119" y="2"/>
                  </a:lnTo>
                  <a:lnTo>
                    <a:pt x="107" y="1"/>
                  </a:lnTo>
                  <a:lnTo>
                    <a:pt x="95" y="0"/>
                  </a:lnTo>
                  <a:lnTo>
                    <a:pt x="81" y="1"/>
                  </a:lnTo>
                  <a:lnTo>
                    <a:pt x="69" y="3"/>
                  </a:lnTo>
                  <a:lnTo>
                    <a:pt x="58" y="6"/>
                  </a:lnTo>
                  <a:lnTo>
                    <a:pt x="47" y="10"/>
                  </a:lnTo>
                  <a:lnTo>
                    <a:pt x="37" y="15"/>
                  </a:lnTo>
                  <a:lnTo>
                    <a:pt x="28" y="23"/>
                  </a:lnTo>
                  <a:lnTo>
                    <a:pt x="21" y="31"/>
                  </a:lnTo>
                  <a:lnTo>
                    <a:pt x="14" y="41"/>
                  </a:lnTo>
                  <a:lnTo>
                    <a:pt x="9" y="49"/>
                  </a:lnTo>
                  <a:lnTo>
                    <a:pt x="6" y="56"/>
                  </a:lnTo>
                  <a:lnTo>
                    <a:pt x="3" y="65"/>
                  </a:lnTo>
                  <a:lnTo>
                    <a:pt x="0" y="72"/>
                  </a:lnTo>
                  <a:lnTo>
                    <a:pt x="0" y="80"/>
                  </a:lnTo>
                  <a:lnTo>
                    <a:pt x="2" y="94"/>
                  </a:lnTo>
                  <a:lnTo>
                    <a:pt x="5" y="105"/>
                  </a:lnTo>
                  <a:lnTo>
                    <a:pt x="6" y="116"/>
                  </a:lnTo>
                  <a:lnTo>
                    <a:pt x="8" y="122"/>
                  </a:lnTo>
                  <a:lnTo>
                    <a:pt x="12" y="127"/>
                  </a:lnTo>
                  <a:lnTo>
                    <a:pt x="19" y="133"/>
                  </a:lnTo>
                  <a:lnTo>
                    <a:pt x="23" y="140"/>
                  </a:lnTo>
                  <a:lnTo>
                    <a:pt x="28" y="145"/>
                  </a:lnTo>
                  <a:lnTo>
                    <a:pt x="35" y="151"/>
                  </a:lnTo>
                  <a:lnTo>
                    <a:pt x="43" y="162"/>
                  </a:lnTo>
                  <a:lnTo>
                    <a:pt x="51" y="171"/>
                  </a:lnTo>
                  <a:lnTo>
                    <a:pt x="59" y="179"/>
                  </a:lnTo>
                  <a:lnTo>
                    <a:pt x="65" y="185"/>
                  </a:lnTo>
                  <a:lnTo>
                    <a:pt x="70" y="192"/>
                  </a:lnTo>
                  <a:lnTo>
                    <a:pt x="74" y="198"/>
                  </a:lnTo>
                  <a:lnTo>
                    <a:pt x="77" y="203"/>
                  </a:lnTo>
                  <a:lnTo>
                    <a:pt x="80" y="205"/>
                  </a:lnTo>
                  <a:lnTo>
                    <a:pt x="85" y="208"/>
                  </a:lnTo>
                  <a:lnTo>
                    <a:pt x="93" y="211"/>
                  </a:lnTo>
                  <a:lnTo>
                    <a:pt x="102" y="213"/>
                  </a:lnTo>
                  <a:lnTo>
                    <a:pt x="110" y="216"/>
                  </a:lnTo>
                  <a:lnTo>
                    <a:pt x="117" y="220"/>
                  </a:lnTo>
                  <a:lnTo>
                    <a:pt x="126" y="226"/>
                  </a:lnTo>
                  <a:lnTo>
                    <a:pt x="134" y="231"/>
                  </a:lnTo>
                  <a:lnTo>
                    <a:pt x="141" y="236"/>
                  </a:lnTo>
                  <a:lnTo>
                    <a:pt x="148" y="239"/>
                  </a:lnTo>
                  <a:lnTo>
                    <a:pt x="153" y="242"/>
                  </a:lnTo>
                  <a:lnTo>
                    <a:pt x="159" y="243"/>
                  </a:lnTo>
                  <a:lnTo>
                    <a:pt x="167" y="243"/>
                  </a:lnTo>
                  <a:lnTo>
                    <a:pt x="171" y="241"/>
                  </a:lnTo>
                  <a:lnTo>
                    <a:pt x="176" y="238"/>
                  </a:lnTo>
                  <a:lnTo>
                    <a:pt x="180" y="235"/>
                  </a:lnTo>
                  <a:lnTo>
                    <a:pt x="186" y="230"/>
                  </a:lnTo>
                  <a:lnTo>
                    <a:pt x="192" y="222"/>
                  </a:lnTo>
                  <a:lnTo>
                    <a:pt x="198" y="215"/>
                  </a:lnTo>
                  <a:lnTo>
                    <a:pt x="203" y="209"/>
                  </a:lnTo>
                  <a:lnTo>
                    <a:pt x="206" y="207"/>
                  </a:lnTo>
                  <a:lnTo>
                    <a:pt x="210" y="206"/>
                  </a:lnTo>
                  <a:lnTo>
                    <a:pt x="214" y="205"/>
                  </a:lnTo>
                  <a:lnTo>
                    <a:pt x="212" y="195"/>
                  </a:lnTo>
                </a:path>
              </a:pathLst>
            </a:custGeom>
            <a:solidFill>
              <a:schemeClr val="bg1"/>
            </a:solidFill>
            <a:ln w="12700" cap="rnd" cmpd="sng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10289" name="Freeform 46"/>
            <p:cNvSpPr>
              <a:spLocks/>
            </p:cNvSpPr>
            <p:nvPr/>
          </p:nvSpPr>
          <p:spPr bwMode="auto">
            <a:xfrm>
              <a:off x="1886848" y="2214184"/>
              <a:ext cx="284686" cy="315695"/>
            </a:xfrm>
            <a:custGeom>
              <a:avLst/>
              <a:gdLst>
                <a:gd name="T0" fmla="*/ 283147907 w 216"/>
                <a:gd name="T1" fmla="*/ 26566060 h 245"/>
                <a:gd name="T2" fmla="*/ 264039683 w 216"/>
                <a:gd name="T3" fmla="*/ 23245465 h 245"/>
                <a:gd name="T4" fmla="*/ 253617015 w 216"/>
                <a:gd name="T5" fmla="*/ 19924864 h 245"/>
                <a:gd name="T6" fmla="*/ 241457236 w 216"/>
                <a:gd name="T7" fmla="*/ 13282386 h 245"/>
                <a:gd name="T8" fmla="*/ 227560345 w 216"/>
                <a:gd name="T9" fmla="*/ 8302135 h 245"/>
                <a:gd name="T10" fmla="*/ 208452121 w 216"/>
                <a:gd name="T11" fmla="*/ 3320596 h 245"/>
                <a:gd name="T12" fmla="*/ 187606785 w 216"/>
                <a:gd name="T13" fmla="*/ 1660942 h 245"/>
                <a:gd name="T14" fmla="*/ 165024297 w 216"/>
                <a:gd name="T15" fmla="*/ 0 h 245"/>
                <a:gd name="T16" fmla="*/ 142441850 w 216"/>
                <a:gd name="T17" fmla="*/ 1660942 h 245"/>
                <a:gd name="T18" fmla="*/ 121596515 w 216"/>
                <a:gd name="T19" fmla="*/ 4981538 h 245"/>
                <a:gd name="T20" fmla="*/ 100751179 w 216"/>
                <a:gd name="T21" fmla="*/ 9961788 h 245"/>
                <a:gd name="T22" fmla="*/ 83381363 w 216"/>
                <a:gd name="T23" fmla="*/ 16604269 h 245"/>
                <a:gd name="T24" fmla="*/ 66010250 w 216"/>
                <a:gd name="T25" fmla="*/ 24905118 h 245"/>
                <a:gd name="T26" fmla="*/ 48639137 w 216"/>
                <a:gd name="T27" fmla="*/ 38188787 h 245"/>
                <a:gd name="T28" fmla="*/ 36479348 w 216"/>
                <a:gd name="T29" fmla="*/ 51471178 h 245"/>
                <a:gd name="T30" fmla="*/ 24319569 w 216"/>
                <a:gd name="T31" fmla="*/ 68075442 h 245"/>
                <a:gd name="T32" fmla="*/ 15634007 w 216"/>
                <a:gd name="T33" fmla="*/ 81357823 h 245"/>
                <a:gd name="T34" fmla="*/ 10422670 w 216"/>
                <a:gd name="T35" fmla="*/ 92980570 h 245"/>
                <a:gd name="T36" fmla="*/ 5211335 w 216"/>
                <a:gd name="T37" fmla="*/ 107923893 h 245"/>
                <a:gd name="T38" fmla="*/ 0 w 216"/>
                <a:gd name="T39" fmla="*/ 119546620 h 245"/>
                <a:gd name="T40" fmla="*/ 0 w 216"/>
                <a:gd name="T41" fmla="*/ 132829001 h 245"/>
                <a:gd name="T42" fmla="*/ 3474224 w 216"/>
                <a:gd name="T43" fmla="*/ 156074455 h 245"/>
                <a:gd name="T44" fmla="*/ 8685559 w 216"/>
                <a:gd name="T45" fmla="*/ 174338413 h 245"/>
                <a:gd name="T46" fmla="*/ 10422670 w 216"/>
                <a:gd name="T47" fmla="*/ 192602331 h 245"/>
                <a:gd name="T48" fmla="*/ 13896896 w 216"/>
                <a:gd name="T49" fmla="*/ 202564116 h 245"/>
                <a:gd name="T50" fmla="*/ 20845341 w 216"/>
                <a:gd name="T51" fmla="*/ 210866248 h 245"/>
                <a:gd name="T52" fmla="*/ 33005125 w 216"/>
                <a:gd name="T53" fmla="*/ 222488976 h 245"/>
                <a:gd name="T54" fmla="*/ 39953570 w 216"/>
                <a:gd name="T55" fmla="*/ 232450761 h 245"/>
                <a:gd name="T56" fmla="*/ 50376248 w 216"/>
                <a:gd name="T57" fmla="*/ 242412547 h 245"/>
                <a:gd name="T58" fmla="*/ 60798916 w 216"/>
                <a:gd name="T59" fmla="*/ 252375621 h 245"/>
                <a:gd name="T60" fmla="*/ 74695807 w 216"/>
                <a:gd name="T61" fmla="*/ 270639538 h 245"/>
                <a:gd name="T62" fmla="*/ 88592718 w 216"/>
                <a:gd name="T63" fmla="*/ 285582861 h 245"/>
                <a:gd name="T64" fmla="*/ 104225402 w 216"/>
                <a:gd name="T65" fmla="*/ 298865241 h 245"/>
                <a:gd name="T66" fmla="*/ 112910958 w 216"/>
                <a:gd name="T67" fmla="*/ 308828315 h 245"/>
                <a:gd name="T68" fmla="*/ 121596515 w 216"/>
                <a:gd name="T69" fmla="*/ 320449754 h 245"/>
                <a:gd name="T70" fmla="*/ 130282071 w 216"/>
                <a:gd name="T71" fmla="*/ 330412828 h 245"/>
                <a:gd name="T72" fmla="*/ 133756294 w 216"/>
                <a:gd name="T73" fmla="*/ 337054018 h 245"/>
                <a:gd name="T74" fmla="*/ 140704739 w 216"/>
                <a:gd name="T75" fmla="*/ 342035636 h 245"/>
                <a:gd name="T76" fmla="*/ 149390295 w 216"/>
                <a:gd name="T77" fmla="*/ 347015884 h 245"/>
                <a:gd name="T78" fmla="*/ 161550075 w 216"/>
                <a:gd name="T79" fmla="*/ 350336479 h 245"/>
                <a:gd name="T80" fmla="*/ 177184118 w 216"/>
                <a:gd name="T81" fmla="*/ 355318016 h 245"/>
                <a:gd name="T82" fmla="*/ 191081008 w 216"/>
                <a:gd name="T83" fmla="*/ 360299553 h 245"/>
                <a:gd name="T84" fmla="*/ 203240787 w 216"/>
                <a:gd name="T85" fmla="*/ 366940744 h 245"/>
                <a:gd name="T86" fmla="*/ 218874789 w 216"/>
                <a:gd name="T87" fmla="*/ 376902529 h 245"/>
                <a:gd name="T88" fmla="*/ 234508791 w 216"/>
                <a:gd name="T89" fmla="*/ 385204661 h 245"/>
                <a:gd name="T90" fmla="*/ 246668570 w 216"/>
                <a:gd name="T91" fmla="*/ 393506794 h 245"/>
                <a:gd name="T92" fmla="*/ 257091238 w 216"/>
                <a:gd name="T93" fmla="*/ 398487042 h 245"/>
                <a:gd name="T94" fmla="*/ 265776794 w 216"/>
                <a:gd name="T95" fmla="*/ 403468579 h 245"/>
                <a:gd name="T96" fmla="*/ 277936573 w 216"/>
                <a:gd name="T97" fmla="*/ 405128232 h 245"/>
                <a:gd name="T98" fmla="*/ 291832146 w 216"/>
                <a:gd name="T99" fmla="*/ 405128232 h 245"/>
                <a:gd name="T100" fmla="*/ 298780591 w 216"/>
                <a:gd name="T101" fmla="*/ 401807637 h 245"/>
                <a:gd name="T102" fmla="*/ 307466147 w 216"/>
                <a:gd name="T103" fmla="*/ 396827389 h 245"/>
                <a:gd name="T104" fmla="*/ 314414593 w 216"/>
                <a:gd name="T105" fmla="*/ 391845852 h 245"/>
                <a:gd name="T106" fmla="*/ 324837261 w 216"/>
                <a:gd name="T107" fmla="*/ 381884066 h 245"/>
                <a:gd name="T108" fmla="*/ 335259928 w 216"/>
                <a:gd name="T109" fmla="*/ 370261339 h 245"/>
                <a:gd name="T110" fmla="*/ 345682679 w 216"/>
                <a:gd name="T111" fmla="*/ 358638612 h 245"/>
                <a:gd name="T112" fmla="*/ 354368235 w 216"/>
                <a:gd name="T113" fmla="*/ 348676826 h 245"/>
                <a:gd name="T114" fmla="*/ 359579569 w 216"/>
                <a:gd name="T115" fmla="*/ 345356231 h 245"/>
                <a:gd name="T116" fmla="*/ 366528014 w 216"/>
                <a:gd name="T117" fmla="*/ 342035636 h 245"/>
                <a:gd name="T118" fmla="*/ 373476459 w 216"/>
                <a:gd name="T119" fmla="*/ 340374694 h 245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216"/>
                <a:gd name="T181" fmla="*/ 0 h 245"/>
                <a:gd name="T182" fmla="*/ 216 w 216"/>
                <a:gd name="T183" fmla="*/ 245 h 245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216" h="245">
                  <a:moveTo>
                    <a:pt x="163" y="16"/>
                  </a:moveTo>
                  <a:lnTo>
                    <a:pt x="152" y="14"/>
                  </a:lnTo>
                  <a:lnTo>
                    <a:pt x="146" y="12"/>
                  </a:lnTo>
                  <a:lnTo>
                    <a:pt x="139" y="8"/>
                  </a:lnTo>
                  <a:lnTo>
                    <a:pt x="131" y="5"/>
                  </a:lnTo>
                  <a:lnTo>
                    <a:pt x="120" y="2"/>
                  </a:lnTo>
                  <a:lnTo>
                    <a:pt x="108" y="1"/>
                  </a:lnTo>
                  <a:lnTo>
                    <a:pt x="95" y="0"/>
                  </a:lnTo>
                  <a:lnTo>
                    <a:pt x="82" y="1"/>
                  </a:lnTo>
                  <a:lnTo>
                    <a:pt x="70" y="3"/>
                  </a:lnTo>
                  <a:lnTo>
                    <a:pt x="58" y="6"/>
                  </a:lnTo>
                  <a:lnTo>
                    <a:pt x="48" y="10"/>
                  </a:lnTo>
                  <a:lnTo>
                    <a:pt x="38" y="15"/>
                  </a:lnTo>
                  <a:lnTo>
                    <a:pt x="28" y="23"/>
                  </a:lnTo>
                  <a:lnTo>
                    <a:pt x="21" y="31"/>
                  </a:lnTo>
                  <a:lnTo>
                    <a:pt x="14" y="41"/>
                  </a:lnTo>
                  <a:lnTo>
                    <a:pt x="9" y="49"/>
                  </a:lnTo>
                  <a:lnTo>
                    <a:pt x="6" y="56"/>
                  </a:lnTo>
                  <a:lnTo>
                    <a:pt x="3" y="65"/>
                  </a:lnTo>
                  <a:lnTo>
                    <a:pt x="0" y="72"/>
                  </a:lnTo>
                  <a:lnTo>
                    <a:pt x="0" y="80"/>
                  </a:lnTo>
                  <a:lnTo>
                    <a:pt x="2" y="94"/>
                  </a:lnTo>
                  <a:lnTo>
                    <a:pt x="5" y="105"/>
                  </a:lnTo>
                  <a:lnTo>
                    <a:pt x="6" y="116"/>
                  </a:lnTo>
                  <a:lnTo>
                    <a:pt x="8" y="122"/>
                  </a:lnTo>
                  <a:lnTo>
                    <a:pt x="12" y="127"/>
                  </a:lnTo>
                  <a:lnTo>
                    <a:pt x="19" y="134"/>
                  </a:lnTo>
                  <a:lnTo>
                    <a:pt x="23" y="140"/>
                  </a:lnTo>
                  <a:lnTo>
                    <a:pt x="29" y="146"/>
                  </a:lnTo>
                  <a:lnTo>
                    <a:pt x="35" y="152"/>
                  </a:lnTo>
                  <a:lnTo>
                    <a:pt x="43" y="163"/>
                  </a:lnTo>
                  <a:lnTo>
                    <a:pt x="51" y="172"/>
                  </a:lnTo>
                  <a:lnTo>
                    <a:pt x="60" y="180"/>
                  </a:lnTo>
                  <a:lnTo>
                    <a:pt x="65" y="186"/>
                  </a:lnTo>
                  <a:lnTo>
                    <a:pt x="70" y="193"/>
                  </a:lnTo>
                  <a:lnTo>
                    <a:pt x="75" y="199"/>
                  </a:lnTo>
                  <a:lnTo>
                    <a:pt x="77" y="203"/>
                  </a:lnTo>
                  <a:lnTo>
                    <a:pt x="81" y="206"/>
                  </a:lnTo>
                  <a:lnTo>
                    <a:pt x="86" y="209"/>
                  </a:lnTo>
                  <a:lnTo>
                    <a:pt x="93" y="211"/>
                  </a:lnTo>
                  <a:lnTo>
                    <a:pt x="102" y="214"/>
                  </a:lnTo>
                  <a:lnTo>
                    <a:pt x="110" y="217"/>
                  </a:lnTo>
                  <a:lnTo>
                    <a:pt x="117" y="221"/>
                  </a:lnTo>
                  <a:lnTo>
                    <a:pt x="126" y="227"/>
                  </a:lnTo>
                  <a:lnTo>
                    <a:pt x="135" y="232"/>
                  </a:lnTo>
                  <a:lnTo>
                    <a:pt x="142" y="237"/>
                  </a:lnTo>
                  <a:lnTo>
                    <a:pt x="148" y="240"/>
                  </a:lnTo>
                  <a:lnTo>
                    <a:pt x="153" y="243"/>
                  </a:lnTo>
                  <a:lnTo>
                    <a:pt x="160" y="244"/>
                  </a:lnTo>
                  <a:lnTo>
                    <a:pt x="168" y="244"/>
                  </a:lnTo>
                  <a:lnTo>
                    <a:pt x="172" y="242"/>
                  </a:lnTo>
                  <a:lnTo>
                    <a:pt x="177" y="239"/>
                  </a:lnTo>
                  <a:lnTo>
                    <a:pt x="181" y="236"/>
                  </a:lnTo>
                  <a:lnTo>
                    <a:pt x="187" y="230"/>
                  </a:lnTo>
                  <a:lnTo>
                    <a:pt x="193" y="223"/>
                  </a:lnTo>
                  <a:lnTo>
                    <a:pt x="199" y="216"/>
                  </a:lnTo>
                  <a:lnTo>
                    <a:pt x="204" y="210"/>
                  </a:lnTo>
                  <a:lnTo>
                    <a:pt x="207" y="208"/>
                  </a:lnTo>
                  <a:lnTo>
                    <a:pt x="211" y="206"/>
                  </a:lnTo>
                  <a:lnTo>
                    <a:pt x="215" y="205"/>
                  </a:lnTo>
                </a:path>
              </a:pathLst>
            </a:custGeom>
            <a:solidFill>
              <a:schemeClr val="bg1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SG"/>
            </a:p>
          </p:txBody>
        </p:sp>
        <p:grpSp>
          <p:nvGrpSpPr>
            <p:cNvPr id="3" name="Group 51"/>
            <p:cNvGrpSpPr>
              <a:grpSpLocks/>
            </p:cNvGrpSpPr>
            <p:nvPr/>
          </p:nvGrpSpPr>
          <p:grpSpPr bwMode="auto">
            <a:xfrm>
              <a:off x="1914526" y="2261861"/>
              <a:ext cx="193745" cy="198437"/>
              <a:chOff x="1290" y="1165"/>
              <a:chExt cx="147" cy="154"/>
            </a:xfrm>
          </p:grpSpPr>
          <p:sp>
            <p:nvSpPr>
              <p:cNvPr id="10297" name="Freeform 47"/>
              <p:cNvSpPr>
                <a:spLocks/>
              </p:cNvSpPr>
              <p:nvPr/>
            </p:nvSpPr>
            <p:spPr bwMode="auto">
              <a:xfrm>
                <a:off x="1345" y="1165"/>
                <a:ext cx="58" cy="34"/>
              </a:xfrm>
              <a:custGeom>
                <a:avLst/>
                <a:gdLst>
                  <a:gd name="T0" fmla="*/ 53 w 58"/>
                  <a:gd name="T1" fmla="*/ 33 h 34"/>
                  <a:gd name="T2" fmla="*/ 51 w 58"/>
                  <a:gd name="T3" fmla="*/ 26 h 34"/>
                  <a:gd name="T4" fmla="*/ 48 w 58"/>
                  <a:gd name="T5" fmla="*/ 22 h 34"/>
                  <a:gd name="T6" fmla="*/ 45 w 58"/>
                  <a:gd name="T7" fmla="*/ 19 h 34"/>
                  <a:gd name="T8" fmla="*/ 40 w 58"/>
                  <a:gd name="T9" fmla="*/ 17 h 34"/>
                  <a:gd name="T10" fmla="*/ 32 w 58"/>
                  <a:gd name="T11" fmla="*/ 17 h 34"/>
                  <a:gd name="T12" fmla="*/ 25 w 58"/>
                  <a:gd name="T13" fmla="*/ 17 h 34"/>
                  <a:gd name="T14" fmla="*/ 13 w 58"/>
                  <a:gd name="T15" fmla="*/ 15 h 34"/>
                  <a:gd name="T16" fmla="*/ 6 w 58"/>
                  <a:gd name="T17" fmla="*/ 13 h 34"/>
                  <a:gd name="T18" fmla="*/ 0 w 58"/>
                  <a:gd name="T19" fmla="*/ 11 h 34"/>
                  <a:gd name="T20" fmla="*/ 11 w 58"/>
                  <a:gd name="T21" fmla="*/ 9 h 34"/>
                  <a:gd name="T22" fmla="*/ 20 w 58"/>
                  <a:gd name="T23" fmla="*/ 6 h 34"/>
                  <a:gd name="T24" fmla="*/ 29 w 58"/>
                  <a:gd name="T25" fmla="*/ 2 h 34"/>
                  <a:gd name="T26" fmla="*/ 37 w 58"/>
                  <a:gd name="T27" fmla="*/ 0 h 34"/>
                  <a:gd name="T28" fmla="*/ 49 w 58"/>
                  <a:gd name="T29" fmla="*/ 2 h 34"/>
                  <a:gd name="T30" fmla="*/ 54 w 58"/>
                  <a:gd name="T31" fmla="*/ 4 h 34"/>
                  <a:gd name="T32" fmla="*/ 56 w 58"/>
                  <a:gd name="T33" fmla="*/ 8 h 34"/>
                  <a:gd name="T34" fmla="*/ 57 w 58"/>
                  <a:gd name="T35" fmla="*/ 14 h 34"/>
                  <a:gd name="T36" fmla="*/ 55 w 58"/>
                  <a:gd name="T37" fmla="*/ 20 h 34"/>
                  <a:gd name="T38" fmla="*/ 54 w 58"/>
                  <a:gd name="T39" fmla="*/ 27 h 34"/>
                  <a:gd name="T40" fmla="*/ 53 w 58"/>
                  <a:gd name="T41" fmla="*/ 33 h 34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58"/>
                  <a:gd name="T64" fmla="*/ 0 h 34"/>
                  <a:gd name="T65" fmla="*/ 58 w 58"/>
                  <a:gd name="T66" fmla="*/ 34 h 34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58" h="34">
                    <a:moveTo>
                      <a:pt x="53" y="33"/>
                    </a:moveTo>
                    <a:lnTo>
                      <a:pt x="51" y="26"/>
                    </a:lnTo>
                    <a:lnTo>
                      <a:pt x="48" y="22"/>
                    </a:lnTo>
                    <a:lnTo>
                      <a:pt x="45" y="19"/>
                    </a:lnTo>
                    <a:lnTo>
                      <a:pt x="40" y="17"/>
                    </a:lnTo>
                    <a:lnTo>
                      <a:pt x="32" y="17"/>
                    </a:lnTo>
                    <a:lnTo>
                      <a:pt x="25" y="17"/>
                    </a:lnTo>
                    <a:lnTo>
                      <a:pt x="13" y="15"/>
                    </a:lnTo>
                    <a:lnTo>
                      <a:pt x="6" y="13"/>
                    </a:lnTo>
                    <a:lnTo>
                      <a:pt x="0" y="11"/>
                    </a:lnTo>
                    <a:lnTo>
                      <a:pt x="11" y="9"/>
                    </a:lnTo>
                    <a:lnTo>
                      <a:pt x="20" y="6"/>
                    </a:lnTo>
                    <a:lnTo>
                      <a:pt x="29" y="2"/>
                    </a:lnTo>
                    <a:lnTo>
                      <a:pt x="37" y="0"/>
                    </a:lnTo>
                    <a:lnTo>
                      <a:pt x="49" y="2"/>
                    </a:lnTo>
                    <a:lnTo>
                      <a:pt x="54" y="4"/>
                    </a:lnTo>
                    <a:lnTo>
                      <a:pt x="56" y="8"/>
                    </a:lnTo>
                    <a:lnTo>
                      <a:pt x="57" y="14"/>
                    </a:lnTo>
                    <a:lnTo>
                      <a:pt x="55" y="20"/>
                    </a:lnTo>
                    <a:lnTo>
                      <a:pt x="54" y="27"/>
                    </a:lnTo>
                    <a:lnTo>
                      <a:pt x="53" y="33"/>
                    </a:lnTo>
                  </a:path>
                </a:pathLst>
              </a:custGeom>
              <a:solidFill>
                <a:schemeClr val="bg1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10298" name="Freeform 48"/>
              <p:cNvSpPr>
                <a:spLocks/>
              </p:cNvSpPr>
              <p:nvPr/>
            </p:nvSpPr>
            <p:spPr bwMode="auto">
              <a:xfrm>
                <a:off x="1290" y="1179"/>
                <a:ext cx="44" cy="72"/>
              </a:xfrm>
              <a:custGeom>
                <a:avLst/>
                <a:gdLst>
                  <a:gd name="T0" fmla="*/ 6 w 44"/>
                  <a:gd name="T1" fmla="*/ 71 h 72"/>
                  <a:gd name="T2" fmla="*/ 3 w 44"/>
                  <a:gd name="T3" fmla="*/ 61 h 72"/>
                  <a:gd name="T4" fmla="*/ 1 w 44"/>
                  <a:gd name="T5" fmla="*/ 55 h 72"/>
                  <a:gd name="T6" fmla="*/ 0 w 44"/>
                  <a:gd name="T7" fmla="*/ 45 h 72"/>
                  <a:gd name="T8" fmla="*/ 0 w 44"/>
                  <a:gd name="T9" fmla="*/ 36 h 72"/>
                  <a:gd name="T10" fmla="*/ 2 w 44"/>
                  <a:gd name="T11" fmla="*/ 28 h 72"/>
                  <a:gd name="T12" fmla="*/ 4 w 44"/>
                  <a:gd name="T13" fmla="*/ 21 h 72"/>
                  <a:gd name="T14" fmla="*/ 6 w 44"/>
                  <a:gd name="T15" fmla="*/ 15 h 72"/>
                  <a:gd name="T16" fmla="*/ 12 w 44"/>
                  <a:gd name="T17" fmla="*/ 10 h 72"/>
                  <a:gd name="T18" fmla="*/ 18 w 44"/>
                  <a:gd name="T19" fmla="*/ 6 h 72"/>
                  <a:gd name="T20" fmla="*/ 26 w 44"/>
                  <a:gd name="T21" fmla="*/ 3 h 72"/>
                  <a:gd name="T22" fmla="*/ 35 w 44"/>
                  <a:gd name="T23" fmla="*/ 1 h 72"/>
                  <a:gd name="T24" fmla="*/ 43 w 44"/>
                  <a:gd name="T25" fmla="*/ 0 h 72"/>
                  <a:gd name="T26" fmla="*/ 36 w 44"/>
                  <a:gd name="T27" fmla="*/ 3 h 72"/>
                  <a:gd name="T28" fmla="*/ 31 w 44"/>
                  <a:gd name="T29" fmla="*/ 5 h 72"/>
                  <a:gd name="T30" fmla="*/ 28 w 44"/>
                  <a:gd name="T31" fmla="*/ 8 h 72"/>
                  <a:gd name="T32" fmla="*/ 24 w 44"/>
                  <a:gd name="T33" fmla="*/ 11 h 72"/>
                  <a:gd name="T34" fmla="*/ 20 w 44"/>
                  <a:gd name="T35" fmla="*/ 13 h 72"/>
                  <a:gd name="T36" fmla="*/ 17 w 44"/>
                  <a:gd name="T37" fmla="*/ 18 h 72"/>
                  <a:gd name="T38" fmla="*/ 14 w 44"/>
                  <a:gd name="T39" fmla="*/ 23 h 72"/>
                  <a:gd name="T40" fmla="*/ 11 w 44"/>
                  <a:gd name="T41" fmla="*/ 28 h 72"/>
                  <a:gd name="T42" fmla="*/ 9 w 44"/>
                  <a:gd name="T43" fmla="*/ 34 h 72"/>
                  <a:gd name="T44" fmla="*/ 7 w 44"/>
                  <a:gd name="T45" fmla="*/ 39 h 72"/>
                  <a:gd name="T46" fmla="*/ 5 w 44"/>
                  <a:gd name="T47" fmla="*/ 47 h 72"/>
                  <a:gd name="T48" fmla="*/ 5 w 44"/>
                  <a:gd name="T49" fmla="*/ 55 h 72"/>
                  <a:gd name="T50" fmla="*/ 6 w 44"/>
                  <a:gd name="T51" fmla="*/ 71 h 72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44"/>
                  <a:gd name="T79" fmla="*/ 0 h 72"/>
                  <a:gd name="T80" fmla="*/ 44 w 44"/>
                  <a:gd name="T81" fmla="*/ 72 h 72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44" h="72">
                    <a:moveTo>
                      <a:pt x="6" y="71"/>
                    </a:moveTo>
                    <a:lnTo>
                      <a:pt x="3" y="61"/>
                    </a:lnTo>
                    <a:lnTo>
                      <a:pt x="1" y="55"/>
                    </a:lnTo>
                    <a:lnTo>
                      <a:pt x="0" y="45"/>
                    </a:lnTo>
                    <a:lnTo>
                      <a:pt x="0" y="36"/>
                    </a:lnTo>
                    <a:lnTo>
                      <a:pt x="2" y="28"/>
                    </a:lnTo>
                    <a:lnTo>
                      <a:pt x="4" y="21"/>
                    </a:lnTo>
                    <a:lnTo>
                      <a:pt x="6" y="15"/>
                    </a:lnTo>
                    <a:lnTo>
                      <a:pt x="12" y="10"/>
                    </a:lnTo>
                    <a:lnTo>
                      <a:pt x="18" y="6"/>
                    </a:lnTo>
                    <a:lnTo>
                      <a:pt x="26" y="3"/>
                    </a:lnTo>
                    <a:lnTo>
                      <a:pt x="35" y="1"/>
                    </a:lnTo>
                    <a:lnTo>
                      <a:pt x="43" y="0"/>
                    </a:lnTo>
                    <a:lnTo>
                      <a:pt x="36" y="3"/>
                    </a:lnTo>
                    <a:lnTo>
                      <a:pt x="31" y="5"/>
                    </a:lnTo>
                    <a:lnTo>
                      <a:pt x="28" y="8"/>
                    </a:lnTo>
                    <a:lnTo>
                      <a:pt x="24" y="11"/>
                    </a:lnTo>
                    <a:lnTo>
                      <a:pt x="20" y="13"/>
                    </a:lnTo>
                    <a:lnTo>
                      <a:pt x="17" y="18"/>
                    </a:lnTo>
                    <a:lnTo>
                      <a:pt x="14" y="23"/>
                    </a:lnTo>
                    <a:lnTo>
                      <a:pt x="11" y="28"/>
                    </a:lnTo>
                    <a:lnTo>
                      <a:pt x="9" y="34"/>
                    </a:lnTo>
                    <a:lnTo>
                      <a:pt x="7" y="39"/>
                    </a:lnTo>
                    <a:lnTo>
                      <a:pt x="5" y="47"/>
                    </a:lnTo>
                    <a:lnTo>
                      <a:pt x="5" y="55"/>
                    </a:lnTo>
                    <a:lnTo>
                      <a:pt x="6" y="71"/>
                    </a:lnTo>
                  </a:path>
                </a:pathLst>
              </a:custGeom>
              <a:solidFill>
                <a:schemeClr val="bg1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10299" name="Freeform 49"/>
              <p:cNvSpPr>
                <a:spLocks/>
              </p:cNvSpPr>
              <p:nvPr/>
            </p:nvSpPr>
            <p:spPr bwMode="auto">
              <a:xfrm>
                <a:off x="1404" y="1235"/>
                <a:ext cx="33" cy="84"/>
              </a:xfrm>
              <a:custGeom>
                <a:avLst/>
                <a:gdLst>
                  <a:gd name="T0" fmla="*/ 26 w 33"/>
                  <a:gd name="T1" fmla="*/ 0 h 84"/>
                  <a:gd name="T2" fmla="*/ 29 w 33"/>
                  <a:gd name="T3" fmla="*/ 5 h 84"/>
                  <a:gd name="T4" fmla="*/ 30 w 33"/>
                  <a:gd name="T5" fmla="*/ 10 h 84"/>
                  <a:gd name="T6" fmla="*/ 29 w 33"/>
                  <a:gd name="T7" fmla="*/ 16 h 84"/>
                  <a:gd name="T8" fmla="*/ 27 w 33"/>
                  <a:gd name="T9" fmla="*/ 23 h 84"/>
                  <a:gd name="T10" fmla="*/ 24 w 33"/>
                  <a:gd name="T11" fmla="*/ 27 h 84"/>
                  <a:gd name="T12" fmla="*/ 18 w 33"/>
                  <a:gd name="T13" fmla="*/ 32 h 84"/>
                  <a:gd name="T14" fmla="*/ 14 w 33"/>
                  <a:gd name="T15" fmla="*/ 37 h 84"/>
                  <a:gd name="T16" fmla="*/ 12 w 33"/>
                  <a:gd name="T17" fmla="*/ 42 h 84"/>
                  <a:gd name="T18" fmla="*/ 13 w 33"/>
                  <a:gd name="T19" fmla="*/ 46 h 84"/>
                  <a:gd name="T20" fmla="*/ 17 w 33"/>
                  <a:gd name="T21" fmla="*/ 50 h 84"/>
                  <a:gd name="T22" fmla="*/ 22 w 33"/>
                  <a:gd name="T23" fmla="*/ 53 h 84"/>
                  <a:gd name="T24" fmla="*/ 27 w 33"/>
                  <a:gd name="T25" fmla="*/ 58 h 84"/>
                  <a:gd name="T26" fmla="*/ 30 w 33"/>
                  <a:gd name="T27" fmla="*/ 63 h 84"/>
                  <a:gd name="T28" fmla="*/ 32 w 33"/>
                  <a:gd name="T29" fmla="*/ 70 h 84"/>
                  <a:gd name="T30" fmla="*/ 30 w 33"/>
                  <a:gd name="T31" fmla="*/ 76 h 84"/>
                  <a:gd name="T32" fmla="*/ 28 w 33"/>
                  <a:gd name="T33" fmla="*/ 80 h 84"/>
                  <a:gd name="T34" fmla="*/ 22 w 33"/>
                  <a:gd name="T35" fmla="*/ 83 h 84"/>
                  <a:gd name="T36" fmla="*/ 16 w 33"/>
                  <a:gd name="T37" fmla="*/ 83 h 84"/>
                  <a:gd name="T38" fmla="*/ 11 w 33"/>
                  <a:gd name="T39" fmla="*/ 81 h 84"/>
                  <a:gd name="T40" fmla="*/ 4 w 33"/>
                  <a:gd name="T41" fmla="*/ 78 h 84"/>
                  <a:gd name="T42" fmla="*/ 0 w 33"/>
                  <a:gd name="T43" fmla="*/ 75 h 84"/>
                  <a:gd name="T44" fmla="*/ 3 w 33"/>
                  <a:gd name="T45" fmla="*/ 75 h 84"/>
                  <a:gd name="T46" fmla="*/ 6 w 33"/>
                  <a:gd name="T47" fmla="*/ 74 h 84"/>
                  <a:gd name="T48" fmla="*/ 10 w 33"/>
                  <a:gd name="T49" fmla="*/ 74 h 84"/>
                  <a:gd name="T50" fmla="*/ 13 w 33"/>
                  <a:gd name="T51" fmla="*/ 73 h 84"/>
                  <a:gd name="T52" fmla="*/ 16 w 33"/>
                  <a:gd name="T53" fmla="*/ 71 h 84"/>
                  <a:gd name="T54" fmla="*/ 18 w 33"/>
                  <a:gd name="T55" fmla="*/ 68 h 84"/>
                  <a:gd name="T56" fmla="*/ 19 w 33"/>
                  <a:gd name="T57" fmla="*/ 65 h 84"/>
                  <a:gd name="T58" fmla="*/ 20 w 33"/>
                  <a:gd name="T59" fmla="*/ 62 h 84"/>
                  <a:gd name="T60" fmla="*/ 19 w 33"/>
                  <a:gd name="T61" fmla="*/ 59 h 84"/>
                  <a:gd name="T62" fmla="*/ 19 w 33"/>
                  <a:gd name="T63" fmla="*/ 56 h 84"/>
                  <a:gd name="T64" fmla="*/ 18 w 33"/>
                  <a:gd name="T65" fmla="*/ 54 h 84"/>
                  <a:gd name="T66" fmla="*/ 16 w 33"/>
                  <a:gd name="T67" fmla="*/ 52 h 84"/>
                  <a:gd name="T68" fmla="*/ 13 w 33"/>
                  <a:gd name="T69" fmla="*/ 51 h 84"/>
                  <a:gd name="T70" fmla="*/ 10 w 33"/>
                  <a:gd name="T71" fmla="*/ 48 h 84"/>
                  <a:gd name="T72" fmla="*/ 8 w 33"/>
                  <a:gd name="T73" fmla="*/ 46 h 84"/>
                  <a:gd name="T74" fmla="*/ 6 w 33"/>
                  <a:gd name="T75" fmla="*/ 43 h 84"/>
                  <a:gd name="T76" fmla="*/ 5 w 33"/>
                  <a:gd name="T77" fmla="*/ 41 h 84"/>
                  <a:gd name="T78" fmla="*/ 4 w 33"/>
                  <a:gd name="T79" fmla="*/ 37 h 84"/>
                  <a:gd name="T80" fmla="*/ 4 w 33"/>
                  <a:gd name="T81" fmla="*/ 33 h 84"/>
                  <a:gd name="T82" fmla="*/ 5 w 33"/>
                  <a:gd name="T83" fmla="*/ 30 h 84"/>
                  <a:gd name="T84" fmla="*/ 6 w 33"/>
                  <a:gd name="T85" fmla="*/ 28 h 84"/>
                  <a:gd name="T86" fmla="*/ 8 w 33"/>
                  <a:gd name="T87" fmla="*/ 25 h 84"/>
                  <a:gd name="T88" fmla="*/ 11 w 33"/>
                  <a:gd name="T89" fmla="*/ 23 h 84"/>
                  <a:gd name="T90" fmla="*/ 13 w 33"/>
                  <a:gd name="T91" fmla="*/ 21 h 84"/>
                  <a:gd name="T92" fmla="*/ 18 w 33"/>
                  <a:gd name="T93" fmla="*/ 20 h 84"/>
                  <a:gd name="T94" fmla="*/ 21 w 33"/>
                  <a:gd name="T95" fmla="*/ 19 h 84"/>
                  <a:gd name="T96" fmla="*/ 24 w 33"/>
                  <a:gd name="T97" fmla="*/ 17 h 84"/>
                  <a:gd name="T98" fmla="*/ 26 w 33"/>
                  <a:gd name="T99" fmla="*/ 14 h 84"/>
                  <a:gd name="T100" fmla="*/ 27 w 33"/>
                  <a:gd name="T101" fmla="*/ 11 h 84"/>
                  <a:gd name="T102" fmla="*/ 27 w 33"/>
                  <a:gd name="T103" fmla="*/ 7 h 84"/>
                  <a:gd name="T104" fmla="*/ 26 w 33"/>
                  <a:gd name="T105" fmla="*/ 0 h 84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33"/>
                  <a:gd name="T160" fmla="*/ 0 h 84"/>
                  <a:gd name="T161" fmla="*/ 33 w 33"/>
                  <a:gd name="T162" fmla="*/ 84 h 84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33" h="84">
                    <a:moveTo>
                      <a:pt x="26" y="0"/>
                    </a:moveTo>
                    <a:lnTo>
                      <a:pt x="29" y="5"/>
                    </a:lnTo>
                    <a:lnTo>
                      <a:pt x="30" y="10"/>
                    </a:lnTo>
                    <a:lnTo>
                      <a:pt x="29" y="16"/>
                    </a:lnTo>
                    <a:lnTo>
                      <a:pt x="27" y="23"/>
                    </a:lnTo>
                    <a:lnTo>
                      <a:pt x="24" y="27"/>
                    </a:lnTo>
                    <a:lnTo>
                      <a:pt x="18" y="32"/>
                    </a:lnTo>
                    <a:lnTo>
                      <a:pt x="14" y="37"/>
                    </a:lnTo>
                    <a:lnTo>
                      <a:pt x="12" y="42"/>
                    </a:lnTo>
                    <a:lnTo>
                      <a:pt x="13" y="46"/>
                    </a:lnTo>
                    <a:lnTo>
                      <a:pt x="17" y="50"/>
                    </a:lnTo>
                    <a:lnTo>
                      <a:pt x="22" y="53"/>
                    </a:lnTo>
                    <a:lnTo>
                      <a:pt x="27" y="58"/>
                    </a:lnTo>
                    <a:lnTo>
                      <a:pt x="30" y="63"/>
                    </a:lnTo>
                    <a:lnTo>
                      <a:pt x="32" y="70"/>
                    </a:lnTo>
                    <a:lnTo>
                      <a:pt x="30" y="76"/>
                    </a:lnTo>
                    <a:lnTo>
                      <a:pt x="28" y="80"/>
                    </a:lnTo>
                    <a:lnTo>
                      <a:pt x="22" y="83"/>
                    </a:lnTo>
                    <a:lnTo>
                      <a:pt x="16" y="83"/>
                    </a:lnTo>
                    <a:lnTo>
                      <a:pt x="11" y="81"/>
                    </a:lnTo>
                    <a:lnTo>
                      <a:pt x="4" y="78"/>
                    </a:lnTo>
                    <a:lnTo>
                      <a:pt x="0" y="75"/>
                    </a:lnTo>
                    <a:lnTo>
                      <a:pt x="3" y="75"/>
                    </a:lnTo>
                    <a:lnTo>
                      <a:pt x="6" y="74"/>
                    </a:lnTo>
                    <a:lnTo>
                      <a:pt x="10" y="74"/>
                    </a:lnTo>
                    <a:lnTo>
                      <a:pt x="13" y="73"/>
                    </a:lnTo>
                    <a:lnTo>
                      <a:pt x="16" y="71"/>
                    </a:lnTo>
                    <a:lnTo>
                      <a:pt x="18" y="68"/>
                    </a:lnTo>
                    <a:lnTo>
                      <a:pt x="19" y="65"/>
                    </a:lnTo>
                    <a:lnTo>
                      <a:pt x="20" y="62"/>
                    </a:lnTo>
                    <a:lnTo>
                      <a:pt x="19" y="59"/>
                    </a:lnTo>
                    <a:lnTo>
                      <a:pt x="19" y="56"/>
                    </a:lnTo>
                    <a:lnTo>
                      <a:pt x="18" y="54"/>
                    </a:lnTo>
                    <a:lnTo>
                      <a:pt x="16" y="52"/>
                    </a:lnTo>
                    <a:lnTo>
                      <a:pt x="13" y="51"/>
                    </a:lnTo>
                    <a:lnTo>
                      <a:pt x="10" y="48"/>
                    </a:lnTo>
                    <a:lnTo>
                      <a:pt x="8" y="46"/>
                    </a:lnTo>
                    <a:lnTo>
                      <a:pt x="6" y="43"/>
                    </a:lnTo>
                    <a:lnTo>
                      <a:pt x="5" y="41"/>
                    </a:lnTo>
                    <a:lnTo>
                      <a:pt x="4" y="37"/>
                    </a:lnTo>
                    <a:lnTo>
                      <a:pt x="4" y="33"/>
                    </a:lnTo>
                    <a:lnTo>
                      <a:pt x="5" y="30"/>
                    </a:lnTo>
                    <a:lnTo>
                      <a:pt x="6" y="28"/>
                    </a:lnTo>
                    <a:lnTo>
                      <a:pt x="8" y="25"/>
                    </a:lnTo>
                    <a:lnTo>
                      <a:pt x="11" y="23"/>
                    </a:lnTo>
                    <a:lnTo>
                      <a:pt x="13" y="21"/>
                    </a:lnTo>
                    <a:lnTo>
                      <a:pt x="18" y="20"/>
                    </a:lnTo>
                    <a:lnTo>
                      <a:pt x="21" y="19"/>
                    </a:lnTo>
                    <a:lnTo>
                      <a:pt x="24" y="17"/>
                    </a:lnTo>
                    <a:lnTo>
                      <a:pt x="26" y="14"/>
                    </a:lnTo>
                    <a:lnTo>
                      <a:pt x="27" y="11"/>
                    </a:lnTo>
                    <a:lnTo>
                      <a:pt x="27" y="7"/>
                    </a:lnTo>
                    <a:lnTo>
                      <a:pt x="26" y="0"/>
                    </a:lnTo>
                  </a:path>
                </a:pathLst>
              </a:custGeom>
              <a:solidFill>
                <a:schemeClr val="bg1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10300" name="Freeform 50"/>
              <p:cNvSpPr>
                <a:spLocks/>
              </p:cNvSpPr>
              <p:nvPr/>
            </p:nvSpPr>
            <p:spPr bwMode="auto">
              <a:xfrm>
                <a:off x="1356" y="1209"/>
                <a:ext cx="39" cy="40"/>
              </a:xfrm>
              <a:custGeom>
                <a:avLst/>
                <a:gdLst>
                  <a:gd name="T0" fmla="*/ 38 w 39"/>
                  <a:gd name="T1" fmla="*/ 0 h 40"/>
                  <a:gd name="T2" fmla="*/ 35 w 39"/>
                  <a:gd name="T3" fmla="*/ 7 h 40"/>
                  <a:gd name="T4" fmla="*/ 33 w 39"/>
                  <a:gd name="T5" fmla="*/ 10 h 40"/>
                  <a:gd name="T6" fmla="*/ 31 w 39"/>
                  <a:gd name="T7" fmla="*/ 14 h 40"/>
                  <a:gd name="T8" fmla="*/ 29 w 39"/>
                  <a:gd name="T9" fmla="*/ 19 h 40"/>
                  <a:gd name="T10" fmla="*/ 27 w 39"/>
                  <a:gd name="T11" fmla="*/ 23 h 40"/>
                  <a:gd name="T12" fmla="*/ 24 w 39"/>
                  <a:gd name="T13" fmla="*/ 26 h 40"/>
                  <a:gd name="T14" fmla="*/ 22 w 39"/>
                  <a:gd name="T15" fmla="*/ 29 h 40"/>
                  <a:gd name="T16" fmla="*/ 18 w 39"/>
                  <a:gd name="T17" fmla="*/ 32 h 40"/>
                  <a:gd name="T18" fmla="*/ 17 w 39"/>
                  <a:gd name="T19" fmla="*/ 35 h 40"/>
                  <a:gd name="T20" fmla="*/ 15 w 39"/>
                  <a:gd name="T21" fmla="*/ 39 h 40"/>
                  <a:gd name="T22" fmla="*/ 14 w 39"/>
                  <a:gd name="T23" fmla="*/ 36 h 40"/>
                  <a:gd name="T24" fmla="*/ 13 w 39"/>
                  <a:gd name="T25" fmla="*/ 34 h 40"/>
                  <a:gd name="T26" fmla="*/ 11 w 39"/>
                  <a:gd name="T27" fmla="*/ 31 h 40"/>
                  <a:gd name="T28" fmla="*/ 9 w 39"/>
                  <a:gd name="T29" fmla="*/ 29 h 40"/>
                  <a:gd name="T30" fmla="*/ 7 w 39"/>
                  <a:gd name="T31" fmla="*/ 27 h 40"/>
                  <a:gd name="T32" fmla="*/ 5 w 39"/>
                  <a:gd name="T33" fmla="*/ 25 h 40"/>
                  <a:gd name="T34" fmla="*/ 3 w 39"/>
                  <a:gd name="T35" fmla="*/ 24 h 40"/>
                  <a:gd name="T36" fmla="*/ 0 w 39"/>
                  <a:gd name="T37" fmla="*/ 23 h 40"/>
                  <a:gd name="T38" fmla="*/ 5 w 39"/>
                  <a:gd name="T39" fmla="*/ 21 h 40"/>
                  <a:gd name="T40" fmla="*/ 13 w 39"/>
                  <a:gd name="T41" fmla="*/ 17 h 40"/>
                  <a:gd name="T42" fmla="*/ 22 w 39"/>
                  <a:gd name="T43" fmla="*/ 13 h 40"/>
                  <a:gd name="T44" fmla="*/ 29 w 39"/>
                  <a:gd name="T45" fmla="*/ 10 h 40"/>
                  <a:gd name="T46" fmla="*/ 34 w 39"/>
                  <a:gd name="T47" fmla="*/ 5 h 40"/>
                  <a:gd name="T48" fmla="*/ 38 w 39"/>
                  <a:gd name="T49" fmla="*/ 0 h 40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39"/>
                  <a:gd name="T76" fmla="*/ 0 h 40"/>
                  <a:gd name="T77" fmla="*/ 39 w 39"/>
                  <a:gd name="T78" fmla="*/ 40 h 40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39" h="40">
                    <a:moveTo>
                      <a:pt x="38" y="0"/>
                    </a:moveTo>
                    <a:lnTo>
                      <a:pt x="35" y="7"/>
                    </a:lnTo>
                    <a:lnTo>
                      <a:pt x="33" y="10"/>
                    </a:lnTo>
                    <a:lnTo>
                      <a:pt x="31" y="14"/>
                    </a:lnTo>
                    <a:lnTo>
                      <a:pt x="29" y="19"/>
                    </a:lnTo>
                    <a:lnTo>
                      <a:pt x="27" y="23"/>
                    </a:lnTo>
                    <a:lnTo>
                      <a:pt x="24" y="26"/>
                    </a:lnTo>
                    <a:lnTo>
                      <a:pt x="22" y="29"/>
                    </a:lnTo>
                    <a:lnTo>
                      <a:pt x="18" y="32"/>
                    </a:lnTo>
                    <a:lnTo>
                      <a:pt x="17" y="35"/>
                    </a:lnTo>
                    <a:lnTo>
                      <a:pt x="15" y="39"/>
                    </a:lnTo>
                    <a:lnTo>
                      <a:pt x="14" y="36"/>
                    </a:lnTo>
                    <a:lnTo>
                      <a:pt x="13" y="34"/>
                    </a:lnTo>
                    <a:lnTo>
                      <a:pt x="11" y="31"/>
                    </a:lnTo>
                    <a:lnTo>
                      <a:pt x="9" y="29"/>
                    </a:lnTo>
                    <a:lnTo>
                      <a:pt x="7" y="27"/>
                    </a:lnTo>
                    <a:lnTo>
                      <a:pt x="5" y="25"/>
                    </a:lnTo>
                    <a:lnTo>
                      <a:pt x="3" y="24"/>
                    </a:lnTo>
                    <a:lnTo>
                      <a:pt x="0" y="23"/>
                    </a:lnTo>
                    <a:lnTo>
                      <a:pt x="5" y="21"/>
                    </a:lnTo>
                    <a:lnTo>
                      <a:pt x="13" y="17"/>
                    </a:lnTo>
                    <a:lnTo>
                      <a:pt x="22" y="13"/>
                    </a:lnTo>
                    <a:lnTo>
                      <a:pt x="29" y="10"/>
                    </a:lnTo>
                    <a:lnTo>
                      <a:pt x="34" y="5"/>
                    </a:lnTo>
                    <a:lnTo>
                      <a:pt x="38" y="0"/>
                    </a:lnTo>
                  </a:path>
                </a:pathLst>
              </a:custGeom>
              <a:solidFill>
                <a:schemeClr val="bg1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SG"/>
              </a:p>
            </p:txBody>
          </p:sp>
        </p:grpSp>
        <p:sp>
          <p:nvSpPr>
            <p:cNvPr id="10291" name="Freeform 52"/>
            <p:cNvSpPr>
              <a:spLocks/>
            </p:cNvSpPr>
            <p:nvPr/>
          </p:nvSpPr>
          <p:spPr bwMode="auto">
            <a:xfrm>
              <a:off x="1914526" y="2261861"/>
              <a:ext cx="195063" cy="198437"/>
            </a:xfrm>
            <a:custGeom>
              <a:avLst/>
              <a:gdLst>
                <a:gd name="T0" fmla="*/ 171973047 w 148"/>
                <a:gd name="T1" fmla="*/ 127848825 h 154"/>
                <a:gd name="T2" fmla="*/ 203241147 w 148"/>
                <a:gd name="T3" fmla="*/ 109583609 h 154"/>
                <a:gd name="T4" fmla="*/ 231034977 w 148"/>
                <a:gd name="T5" fmla="*/ 107923954 h 154"/>
                <a:gd name="T6" fmla="*/ 250143235 w 148"/>
                <a:gd name="T7" fmla="*/ 126187883 h 154"/>
                <a:gd name="T8" fmla="*/ 246669006 w 148"/>
                <a:gd name="T9" fmla="*/ 156074545 h 154"/>
                <a:gd name="T10" fmla="*/ 220612290 w 148"/>
                <a:gd name="T11" fmla="*/ 177659110 h 154"/>
                <a:gd name="T12" fmla="*/ 227560748 w 148"/>
                <a:gd name="T13" fmla="*/ 200904578 h 154"/>
                <a:gd name="T14" fmla="*/ 251880349 w 148"/>
                <a:gd name="T15" fmla="*/ 222489103 h 154"/>
                <a:gd name="T16" fmla="*/ 248406120 w 148"/>
                <a:gd name="T17" fmla="*/ 249055168 h 154"/>
                <a:gd name="T18" fmla="*/ 215400947 w 148"/>
                <a:gd name="T19" fmla="*/ 250714822 h 154"/>
                <a:gd name="T20" fmla="*/ 187607117 w 148"/>
                <a:gd name="T21" fmla="*/ 232450894 h 154"/>
                <a:gd name="T22" fmla="*/ 156339017 w 148"/>
                <a:gd name="T23" fmla="*/ 219168506 h 154"/>
                <a:gd name="T24" fmla="*/ 121598048 w 148"/>
                <a:gd name="T25" fmla="*/ 212527312 h 154"/>
                <a:gd name="T26" fmla="*/ 93804218 w 148"/>
                <a:gd name="T27" fmla="*/ 197583981 h 154"/>
                <a:gd name="T28" fmla="*/ 81644396 w 148"/>
                <a:gd name="T29" fmla="*/ 164376681 h 154"/>
                <a:gd name="T30" fmla="*/ 90329989 w 148"/>
                <a:gd name="T31" fmla="*/ 131169422 h 154"/>
                <a:gd name="T32" fmla="*/ 109438247 w 148"/>
                <a:gd name="T33" fmla="*/ 112905494 h 154"/>
                <a:gd name="T34" fmla="*/ 151127674 w 148"/>
                <a:gd name="T35" fmla="*/ 96301220 h 154"/>
                <a:gd name="T36" fmla="*/ 180658660 w 148"/>
                <a:gd name="T37" fmla="*/ 74716675 h 154"/>
                <a:gd name="T38" fmla="*/ 184132888 w 148"/>
                <a:gd name="T39" fmla="*/ 59773344 h 154"/>
                <a:gd name="T40" fmla="*/ 170235932 w 148"/>
                <a:gd name="T41" fmla="*/ 79696927 h 154"/>
                <a:gd name="T42" fmla="*/ 142442102 w 148"/>
                <a:gd name="T43" fmla="*/ 86339429 h 154"/>
                <a:gd name="T44" fmla="*/ 109438247 w 148"/>
                <a:gd name="T45" fmla="*/ 84678487 h 154"/>
                <a:gd name="T46" fmla="*/ 74695939 w 148"/>
                <a:gd name="T47" fmla="*/ 91319681 h 154"/>
                <a:gd name="T48" fmla="*/ 46902109 w 148"/>
                <a:gd name="T49" fmla="*/ 106263012 h 154"/>
                <a:gd name="T50" fmla="*/ 34742298 w 148"/>
                <a:gd name="T51" fmla="*/ 131169422 h 154"/>
                <a:gd name="T52" fmla="*/ 46902109 w 148"/>
                <a:gd name="T53" fmla="*/ 169356973 h 154"/>
                <a:gd name="T54" fmla="*/ 67747481 w 148"/>
                <a:gd name="T55" fmla="*/ 197583981 h 154"/>
                <a:gd name="T56" fmla="*/ 105964018 w 148"/>
                <a:gd name="T57" fmla="*/ 220828160 h 154"/>
                <a:gd name="T58" fmla="*/ 144179217 w 148"/>
                <a:gd name="T59" fmla="*/ 230791240 h 154"/>
                <a:gd name="T60" fmla="*/ 161550360 w 148"/>
                <a:gd name="T61" fmla="*/ 239092088 h 154"/>
                <a:gd name="T62" fmla="*/ 149390560 w 148"/>
                <a:gd name="T63" fmla="*/ 245734571 h 154"/>
                <a:gd name="T64" fmla="*/ 114649590 w 148"/>
                <a:gd name="T65" fmla="*/ 237432434 h 154"/>
                <a:gd name="T66" fmla="*/ 79907282 w 148"/>
                <a:gd name="T67" fmla="*/ 220828160 h 154"/>
                <a:gd name="T68" fmla="*/ 52113452 w 148"/>
                <a:gd name="T69" fmla="*/ 192602441 h 154"/>
                <a:gd name="T70" fmla="*/ 22582497 w 148"/>
                <a:gd name="T71" fmla="*/ 162715739 h 154"/>
                <a:gd name="T72" fmla="*/ 5211344 w 148"/>
                <a:gd name="T73" fmla="*/ 129508480 h 154"/>
                <a:gd name="T74" fmla="*/ 0 w 148"/>
                <a:gd name="T75" fmla="*/ 86339429 h 154"/>
                <a:gd name="T76" fmla="*/ 10422689 w 148"/>
                <a:gd name="T77" fmla="*/ 49811553 h 154"/>
                <a:gd name="T78" fmla="*/ 45164994 w 148"/>
                <a:gd name="T79" fmla="*/ 29886672 h 154"/>
                <a:gd name="T80" fmla="*/ 93804218 w 148"/>
                <a:gd name="T81" fmla="*/ 19924876 h 154"/>
                <a:gd name="T82" fmla="*/ 147653445 w 148"/>
                <a:gd name="T83" fmla="*/ 3320598 h 154"/>
                <a:gd name="T84" fmla="*/ 191081346 w 148"/>
                <a:gd name="T85" fmla="*/ 6641197 h 154"/>
                <a:gd name="T86" fmla="*/ 192818460 w 148"/>
                <a:gd name="T87" fmla="*/ 33207269 h 15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48"/>
                <a:gd name="T133" fmla="*/ 0 h 154"/>
                <a:gd name="T134" fmla="*/ 148 w 148"/>
                <a:gd name="T135" fmla="*/ 154 h 154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48" h="154">
                  <a:moveTo>
                    <a:pt x="87" y="88"/>
                  </a:moveTo>
                  <a:lnTo>
                    <a:pt x="93" y="82"/>
                  </a:lnTo>
                  <a:lnTo>
                    <a:pt x="99" y="77"/>
                  </a:lnTo>
                  <a:lnTo>
                    <a:pt x="106" y="72"/>
                  </a:lnTo>
                  <a:lnTo>
                    <a:pt x="112" y="69"/>
                  </a:lnTo>
                  <a:lnTo>
                    <a:pt x="117" y="66"/>
                  </a:lnTo>
                  <a:lnTo>
                    <a:pt x="122" y="65"/>
                  </a:lnTo>
                  <a:lnTo>
                    <a:pt x="126" y="64"/>
                  </a:lnTo>
                  <a:lnTo>
                    <a:pt x="133" y="65"/>
                  </a:lnTo>
                  <a:lnTo>
                    <a:pt x="137" y="67"/>
                  </a:lnTo>
                  <a:lnTo>
                    <a:pt x="141" y="71"/>
                  </a:lnTo>
                  <a:lnTo>
                    <a:pt x="144" y="76"/>
                  </a:lnTo>
                  <a:lnTo>
                    <a:pt x="145" y="81"/>
                  </a:lnTo>
                  <a:lnTo>
                    <a:pt x="144" y="87"/>
                  </a:lnTo>
                  <a:lnTo>
                    <a:pt x="142" y="94"/>
                  </a:lnTo>
                  <a:lnTo>
                    <a:pt x="138" y="97"/>
                  </a:lnTo>
                  <a:lnTo>
                    <a:pt x="133" y="102"/>
                  </a:lnTo>
                  <a:lnTo>
                    <a:pt x="127" y="107"/>
                  </a:lnTo>
                  <a:lnTo>
                    <a:pt x="126" y="112"/>
                  </a:lnTo>
                  <a:lnTo>
                    <a:pt x="127" y="117"/>
                  </a:lnTo>
                  <a:lnTo>
                    <a:pt x="131" y="121"/>
                  </a:lnTo>
                  <a:lnTo>
                    <a:pt x="136" y="124"/>
                  </a:lnTo>
                  <a:lnTo>
                    <a:pt x="142" y="129"/>
                  </a:lnTo>
                  <a:lnTo>
                    <a:pt x="145" y="134"/>
                  </a:lnTo>
                  <a:lnTo>
                    <a:pt x="147" y="140"/>
                  </a:lnTo>
                  <a:lnTo>
                    <a:pt x="145" y="146"/>
                  </a:lnTo>
                  <a:lnTo>
                    <a:pt x="143" y="150"/>
                  </a:lnTo>
                  <a:lnTo>
                    <a:pt x="137" y="153"/>
                  </a:lnTo>
                  <a:lnTo>
                    <a:pt x="131" y="153"/>
                  </a:lnTo>
                  <a:lnTo>
                    <a:pt x="124" y="151"/>
                  </a:lnTo>
                  <a:lnTo>
                    <a:pt x="118" y="148"/>
                  </a:lnTo>
                  <a:lnTo>
                    <a:pt x="113" y="145"/>
                  </a:lnTo>
                  <a:lnTo>
                    <a:pt x="108" y="140"/>
                  </a:lnTo>
                  <a:lnTo>
                    <a:pt x="103" y="136"/>
                  </a:lnTo>
                  <a:lnTo>
                    <a:pt x="97" y="134"/>
                  </a:lnTo>
                  <a:lnTo>
                    <a:pt x="90" y="132"/>
                  </a:lnTo>
                  <a:lnTo>
                    <a:pt x="83" y="131"/>
                  </a:lnTo>
                  <a:lnTo>
                    <a:pt x="77" y="129"/>
                  </a:lnTo>
                  <a:lnTo>
                    <a:pt x="70" y="128"/>
                  </a:lnTo>
                  <a:lnTo>
                    <a:pt x="65" y="127"/>
                  </a:lnTo>
                  <a:lnTo>
                    <a:pt x="60" y="124"/>
                  </a:lnTo>
                  <a:lnTo>
                    <a:pt x="54" y="119"/>
                  </a:lnTo>
                  <a:lnTo>
                    <a:pt x="51" y="114"/>
                  </a:lnTo>
                  <a:lnTo>
                    <a:pt x="48" y="108"/>
                  </a:lnTo>
                  <a:lnTo>
                    <a:pt x="47" y="99"/>
                  </a:lnTo>
                  <a:lnTo>
                    <a:pt x="47" y="92"/>
                  </a:lnTo>
                  <a:lnTo>
                    <a:pt x="49" y="85"/>
                  </a:lnTo>
                  <a:lnTo>
                    <a:pt x="52" y="79"/>
                  </a:lnTo>
                  <a:lnTo>
                    <a:pt x="56" y="74"/>
                  </a:lnTo>
                  <a:lnTo>
                    <a:pt x="59" y="71"/>
                  </a:lnTo>
                  <a:lnTo>
                    <a:pt x="63" y="68"/>
                  </a:lnTo>
                  <a:lnTo>
                    <a:pt x="71" y="65"/>
                  </a:lnTo>
                  <a:lnTo>
                    <a:pt x="80" y="61"/>
                  </a:lnTo>
                  <a:lnTo>
                    <a:pt x="87" y="58"/>
                  </a:lnTo>
                  <a:lnTo>
                    <a:pt x="96" y="54"/>
                  </a:lnTo>
                  <a:lnTo>
                    <a:pt x="101" y="49"/>
                  </a:lnTo>
                  <a:lnTo>
                    <a:pt x="104" y="45"/>
                  </a:lnTo>
                  <a:lnTo>
                    <a:pt x="106" y="43"/>
                  </a:lnTo>
                  <a:lnTo>
                    <a:pt x="106" y="40"/>
                  </a:lnTo>
                  <a:lnTo>
                    <a:pt x="106" y="36"/>
                  </a:lnTo>
                  <a:lnTo>
                    <a:pt x="104" y="42"/>
                  </a:lnTo>
                  <a:lnTo>
                    <a:pt x="101" y="45"/>
                  </a:lnTo>
                  <a:lnTo>
                    <a:pt x="98" y="48"/>
                  </a:lnTo>
                  <a:lnTo>
                    <a:pt x="94" y="50"/>
                  </a:lnTo>
                  <a:lnTo>
                    <a:pt x="88" y="51"/>
                  </a:lnTo>
                  <a:lnTo>
                    <a:pt x="82" y="52"/>
                  </a:lnTo>
                  <a:lnTo>
                    <a:pt x="76" y="51"/>
                  </a:lnTo>
                  <a:lnTo>
                    <a:pt x="69" y="51"/>
                  </a:lnTo>
                  <a:lnTo>
                    <a:pt x="63" y="51"/>
                  </a:lnTo>
                  <a:lnTo>
                    <a:pt x="57" y="52"/>
                  </a:lnTo>
                  <a:lnTo>
                    <a:pt x="50" y="53"/>
                  </a:lnTo>
                  <a:lnTo>
                    <a:pt x="43" y="55"/>
                  </a:lnTo>
                  <a:lnTo>
                    <a:pt x="37" y="57"/>
                  </a:lnTo>
                  <a:lnTo>
                    <a:pt x="32" y="60"/>
                  </a:lnTo>
                  <a:lnTo>
                    <a:pt x="27" y="64"/>
                  </a:lnTo>
                  <a:lnTo>
                    <a:pt x="23" y="69"/>
                  </a:lnTo>
                  <a:lnTo>
                    <a:pt x="21" y="74"/>
                  </a:lnTo>
                  <a:lnTo>
                    <a:pt x="20" y="79"/>
                  </a:lnTo>
                  <a:lnTo>
                    <a:pt x="21" y="87"/>
                  </a:lnTo>
                  <a:lnTo>
                    <a:pt x="24" y="96"/>
                  </a:lnTo>
                  <a:lnTo>
                    <a:pt x="27" y="102"/>
                  </a:lnTo>
                  <a:lnTo>
                    <a:pt x="30" y="108"/>
                  </a:lnTo>
                  <a:lnTo>
                    <a:pt x="35" y="114"/>
                  </a:lnTo>
                  <a:lnTo>
                    <a:pt x="39" y="119"/>
                  </a:lnTo>
                  <a:lnTo>
                    <a:pt x="45" y="124"/>
                  </a:lnTo>
                  <a:lnTo>
                    <a:pt x="52" y="129"/>
                  </a:lnTo>
                  <a:lnTo>
                    <a:pt x="61" y="133"/>
                  </a:lnTo>
                  <a:lnTo>
                    <a:pt x="69" y="135"/>
                  </a:lnTo>
                  <a:lnTo>
                    <a:pt x="77" y="138"/>
                  </a:lnTo>
                  <a:lnTo>
                    <a:pt x="83" y="139"/>
                  </a:lnTo>
                  <a:lnTo>
                    <a:pt x="88" y="140"/>
                  </a:lnTo>
                  <a:lnTo>
                    <a:pt x="91" y="142"/>
                  </a:lnTo>
                  <a:lnTo>
                    <a:pt x="93" y="144"/>
                  </a:lnTo>
                  <a:lnTo>
                    <a:pt x="91" y="146"/>
                  </a:lnTo>
                  <a:lnTo>
                    <a:pt x="89" y="148"/>
                  </a:lnTo>
                  <a:lnTo>
                    <a:pt x="86" y="148"/>
                  </a:lnTo>
                  <a:lnTo>
                    <a:pt x="81" y="147"/>
                  </a:lnTo>
                  <a:lnTo>
                    <a:pt x="74" y="146"/>
                  </a:lnTo>
                  <a:lnTo>
                    <a:pt x="66" y="143"/>
                  </a:lnTo>
                  <a:lnTo>
                    <a:pt x="58" y="140"/>
                  </a:lnTo>
                  <a:lnTo>
                    <a:pt x="51" y="136"/>
                  </a:lnTo>
                  <a:lnTo>
                    <a:pt x="46" y="133"/>
                  </a:lnTo>
                  <a:lnTo>
                    <a:pt x="41" y="128"/>
                  </a:lnTo>
                  <a:lnTo>
                    <a:pt x="36" y="122"/>
                  </a:lnTo>
                  <a:lnTo>
                    <a:pt x="30" y="116"/>
                  </a:lnTo>
                  <a:lnTo>
                    <a:pt x="24" y="110"/>
                  </a:lnTo>
                  <a:lnTo>
                    <a:pt x="19" y="104"/>
                  </a:lnTo>
                  <a:lnTo>
                    <a:pt x="13" y="98"/>
                  </a:lnTo>
                  <a:lnTo>
                    <a:pt x="9" y="94"/>
                  </a:lnTo>
                  <a:lnTo>
                    <a:pt x="6" y="87"/>
                  </a:lnTo>
                  <a:lnTo>
                    <a:pt x="3" y="78"/>
                  </a:lnTo>
                  <a:lnTo>
                    <a:pt x="1" y="70"/>
                  </a:lnTo>
                  <a:lnTo>
                    <a:pt x="0" y="60"/>
                  </a:lnTo>
                  <a:lnTo>
                    <a:pt x="0" y="52"/>
                  </a:lnTo>
                  <a:lnTo>
                    <a:pt x="2" y="43"/>
                  </a:lnTo>
                  <a:lnTo>
                    <a:pt x="4" y="36"/>
                  </a:lnTo>
                  <a:lnTo>
                    <a:pt x="6" y="30"/>
                  </a:lnTo>
                  <a:lnTo>
                    <a:pt x="12" y="24"/>
                  </a:lnTo>
                  <a:lnTo>
                    <a:pt x="19" y="20"/>
                  </a:lnTo>
                  <a:lnTo>
                    <a:pt x="26" y="18"/>
                  </a:lnTo>
                  <a:lnTo>
                    <a:pt x="36" y="16"/>
                  </a:lnTo>
                  <a:lnTo>
                    <a:pt x="44" y="14"/>
                  </a:lnTo>
                  <a:lnTo>
                    <a:pt x="54" y="12"/>
                  </a:lnTo>
                  <a:lnTo>
                    <a:pt x="67" y="9"/>
                  </a:lnTo>
                  <a:lnTo>
                    <a:pt x="75" y="6"/>
                  </a:lnTo>
                  <a:lnTo>
                    <a:pt x="85" y="2"/>
                  </a:lnTo>
                  <a:lnTo>
                    <a:pt x="94" y="0"/>
                  </a:lnTo>
                  <a:lnTo>
                    <a:pt x="104" y="2"/>
                  </a:lnTo>
                  <a:lnTo>
                    <a:pt x="110" y="4"/>
                  </a:lnTo>
                  <a:lnTo>
                    <a:pt x="112" y="8"/>
                  </a:lnTo>
                  <a:lnTo>
                    <a:pt x="113" y="14"/>
                  </a:lnTo>
                  <a:lnTo>
                    <a:pt x="111" y="20"/>
                  </a:lnTo>
                  <a:lnTo>
                    <a:pt x="110" y="27"/>
                  </a:lnTo>
                  <a:lnTo>
                    <a:pt x="109" y="33"/>
                  </a:lnTo>
                </a:path>
              </a:pathLst>
            </a:custGeom>
            <a:solidFill>
              <a:schemeClr val="bg1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10292" name="Arc 53"/>
            <p:cNvSpPr>
              <a:spLocks/>
            </p:cNvSpPr>
            <p:nvPr/>
          </p:nvSpPr>
          <p:spPr bwMode="auto">
            <a:xfrm>
              <a:off x="2514212" y="2143314"/>
              <a:ext cx="243828" cy="39945"/>
            </a:xfrm>
            <a:custGeom>
              <a:avLst/>
              <a:gdLst>
                <a:gd name="T0" fmla="*/ 0 w 21588"/>
                <a:gd name="T1" fmla="*/ 132133 h 21600"/>
                <a:gd name="T2" fmla="*/ 30938981 w 21588"/>
                <a:gd name="T3" fmla="*/ 0 h 21600"/>
                <a:gd name="T4" fmla="*/ 31104673 w 21588"/>
                <a:gd name="T5" fmla="*/ 136610 h 21600"/>
                <a:gd name="T6" fmla="*/ 0 60000 65536"/>
                <a:gd name="T7" fmla="*/ 0 60000 65536"/>
                <a:gd name="T8" fmla="*/ 0 60000 65536"/>
                <a:gd name="T9" fmla="*/ 0 w 21588"/>
                <a:gd name="T10" fmla="*/ 0 h 21600"/>
                <a:gd name="T11" fmla="*/ 21588 w 21588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588" h="21600" fill="none" extrusionOk="0">
                  <a:moveTo>
                    <a:pt x="-1" y="20891"/>
                  </a:moveTo>
                  <a:cubicBezTo>
                    <a:pt x="380" y="9289"/>
                    <a:pt x="9864" y="62"/>
                    <a:pt x="21473" y="0"/>
                  </a:cubicBezTo>
                </a:path>
                <a:path w="21588" h="21600" stroke="0" extrusionOk="0">
                  <a:moveTo>
                    <a:pt x="-1" y="20891"/>
                  </a:moveTo>
                  <a:cubicBezTo>
                    <a:pt x="380" y="9289"/>
                    <a:pt x="9864" y="62"/>
                    <a:pt x="21473" y="0"/>
                  </a:cubicBezTo>
                  <a:lnTo>
                    <a:pt x="21588" y="2160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0293" name="Line 54"/>
            <p:cNvSpPr>
              <a:spLocks noChangeShapeType="1"/>
            </p:cNvSpPr>
            <p:nvPr/>
          </p:nvSpPr>
          <p:spPr bwMode="auto">
            <a:xfrm flipH="1">
              <a:off x="2458856" y="2654869"/>
              <a:ext cx="25042" cy="2448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0294" name="Arc 55"/>
            <p:cNvSpPr>
              <a:spLocks/>
            </p:cNvSpPr>
            <p:nvPr/>
          </p:nvSpPr>
          <p:spPr bwMode="auto">
            <a:xfrm>
              <a:off x="2129358" y="2788879"/>
              <a:ext cx="125209" cy="109527"/>
            </a:xfrm>
            <a:custGeom>
              <a:avLst/>
              <a:gdLst>
                <a:gd name="T0" fmla="*/ 4162666 w 21600"/>
                <a:gd name="T1" fmla="*/ 2816415 h 21599"/>
                <a:gd name="T2" fmla="*/ 0 w 21600"/>
                <a:gd name="T3" fmla="*/ 0 h 21599"/>
                <a:gd name="T4" fmla="*/ 4207260 w 21600"/>
                <a:gd name="T5" fmla="*/ 0 h 21599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599"/>
                <a:gd name="T11" fmla="*/ 21600 w 21600"/>
                <a:gd name="T12" fmla="*/ 21599 h 215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599" fill="none" extrusionOk="0">
                  <a:moveTo>
                    <a:pt x="21371" y="21598"/>
                  </a:moveTo>
                  <a:cubicBezTo>
                    <a:pt x="9531" y="21473"/>
                    <a:pt x="0" y="11840"/>
                    <a:pt x="0" y="0"/>
                  </a:cubicBezTo>
                </a:path>
                <a:path w="21600" h="21599" stroke="0" extrusionOk="0">
                  <a:moveTo>
                    <a:pt x="21371" y="21598"/>
                  </a:moveTo>
                  <a:cubicBezTo>
                    <a:pt x="9531" y="21473"/>
                    <a:pt x="0" y="11840"/>
                    <a:pt x="0" y="0"/>
                  </a:cubicBezTo>
                  <a:lnTo>
                    <a:pt x="21600" y="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0295" name="Freeform 56"/>
            <p:cNvSpPr>
              <a:spLocks/>
            </p:cNvSpPr>
            <p:nvPr/>
          </p:nvSpPr>
          <p:spPr bwMode="auto">
            <a:xfrm>
              <a:off x="2187350" y="1862409"/>
              <a:ext cx="487657" cy="615928"/>
            </a:xfrm>
            <a:custGeom>
              <a:avLst/>
              <a:gdLst>
                <a:gd name="T0" fmla="*/ 640990812 w 370"/>
                <a:gd name="T1" fmla="*/ 0 h 478"/>
                <a:gd name="T2" fmla="*/ 613197008 w 370"/>
                <a:gd name="T3" fmla="*/ 54791827 h 478"/>
                <a:gd name="T4" fmla="*/ 538502478 w 370"/>
                <a:gd name="T5" fmla="*/ 96301260 h 478"/>
                <a:gd name="T6" fmla="*/ 416904586 w 370"/>
                <a:gd name="T7" fmla="*/ 126187935 h 478"/>
                <a:gd name="T8" fmla="*/ 288359479 w 370"/>
                <a:gd name="T9" fmla="*/ 151093067 h 478"/>
                <a:gd name="T10" fmla="*/ 121596615 w 370"/>
                <a:gd name="T11" fmla="*/ 202564316 h 478"/>
                <a:gd name="T12" fmla="*/ 31268040 w 370"/>
                <a:gd name="T13" fmla="*/ 244073729 h 478"/>
                <a:gd name="T14" fmla="*/ 31268040 w 370"/>
                <a:gd name="T15" fmla="*/ 370261705 h 478"/>
                <a:gd name="T16" fmla="*/ 67747417 w 370"/>
                <a:gd name="T17" fmla="*/ 456601130 h 478"/>
                <a:gd name="T18" fmla="*/ 85118545 w 370"/>
                <a:gd name="T19" fmla="*/ 576147827 h 478"/>
                <a:gd name="T20" fmla="*/ 0 w 370"/>
                <a:gd name="T21" fmla="*/ 602713903 h 478"/>
                <a:gd name="T22" fmla="*/ 27793814 w 370"/>
                <a:gd name="T23" fmla="*/ 695693398 h 478"/>
                <a:gd name="T24" fmla="*/ 36479378 w 370"/>
                <a:gd name="T25" fmla="*/ 772071027 h 478"/>
                <a:gd name="T26" fmla="*/ 10422679 w 370"/>
                <a:gd name="T27" fmla="*/ 791994618 h 47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370"/>
                <a:gd name="T43" fmla="*/ 0 h 478"/>
                <a:gd name="T44" fmla="*/ 370 w 370"/>
                <a:gd name="T45" fmla="*/ 478 h 478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370" h="478">
                  <a:moveTo>
                    <a:pt x="369" y="0"/>
                  </a:moveTo>
                  <a:lnTo>
                    <a:pt x="353" y="33"/>
                  </a:lnTo>
                  <a:lnTo>
                    <a:pt x="310" y="58"/>
                  </a:lnTo>
                  <a:lnTo>
                    <a:pt x="240" y="76"/>
                  </a:lnTo>
                  <a:lnTo>
                    <a:pt x="166" y="91"/>
                  </a:lnTo>
                  <a:lnTo>
                    <a:pt x="70" y="122"/>
                  </a:lnTo>
                  <a:lnTo>
                    <a:pt x="18" y="147"/>
                  </a:lnTo>
                  <a:lnTo>
                    <a:pt x="18" y="223"/>
                  </a:lnTo>
                  <a:lnTo>
                    <a:pt x="39" y="275"/>
                  </a:lnTo>
                  <a:lnTo>
                    <a:pt x="49" y="347"/>
                  </a:lnTo>
                  <a:lnTo>
                    <a:pt x="0" y="363"/>
                  </a:lnTo>
                  <a:lnTo>
                    <a:pt x="16" y="419"/>
                  </a:lnTo>
                  <a:lnTo>
                    <a:pt x="21" y="465"/>
                  </a:lnTo>
                  <a:lnTo>
                    <a:pt x="6" y="477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10296" name="Freeform 57"/>
            <p:cNvSpPr>
              <a:spLocks/>
            </p:cNvSpPr>
            <p:nvPr/>
          </p:nvSpPr>
          <p:spPr bwMode="auto">
            <a:xfrm>
              <a:off x="1652245" y="2513128"/>
              <a:ext cx="372992" cy="246113"/>
            </a:xfrm>
            <a:custGeom>
              <a:avLst/>
              <a:gdLst>
                <a:gd name="T0" fmla="*/ 489863659 w 283"/>
                <a:gd name="T1" fmla="*/ 0 h 191"/>
                <a:gd name="T2" fmla="*/ 442961583 w 283"/>
                <a:gd name="T3" fmla="*/ 58112306 h 191"/>
                <a:gd name="T4" fmla="*/ 425590443 w 283"/>
                <a:gd name="T5" fmla="*/ 119546493 h 191"/>
                <a:gd name="T6" fmla="*/ 418641987 w 283"/>
                <a:gd name="T7" fmla="*/ 189281534 h 191"/>
                <a:gd name="T8" fmla="*/ 361317227 w 283"/>
                <a:gd name="T9" fmla="*/ 305506106 h 191"/>
                <a:gd name="T10" fmla="*/ 279674108 w 283"/>
                <a:gd name="T11" fmla="*/ 308826698 h 191"/>
                <a:gd name="T12" fmla="*/ 121598017 w 283"/>
                <a:gd name="T13" fmla="*/ 315467881 h 191"/>
                <a:gd name="T14" fmla="*/ 60799008 w 283"/>
                <a:gd name="T15" fmla="*/ 287242208 h 191"/>
                <a:gd name="T16" fmla="*/ 0 w 283"/>
                <a:gd name="T17" fmla="*/ 292223740 h 19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83"/>
                <a:gd name="T28" fmla="*/ 0 h 191"/>
                <a:gd name="T29" fmla="*/ 283 w 283"/>
                <a:gd name="T30" fmla="*/ 191 h 19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83" h="191">
                  <a:moveTo>
                    <a:pt x="282" y="0"/>
                  </a:moveTo>
                  <a:lnTo>
                    <a:pt x="255" y="35"/>
                  </a:lnTo>
                  <a:lnTo>
                    <a:pt x="245" y="72"/>
                  </a:lnTo>
                  <a:lnTo>
                    <a:pt x="241" y="114"/>
                  </a:lnTo>
                  <a:lnTo>
                    <a:pt x="208" y="184"/>
                  </a:lnTo>
                  <a:lnTo>
                    <a:pt x="161" y="186"/>
                  </a:lnTo>
                  <a:lnTo>
                    <a:pt x="70" y="190"/>
                  </a:lnTo>
                  <a:lnTo>
                    <a:pt x="35" y="173"/>
                  </a:lnTo>
                  <a:lnTo>
                    <a:pt x="0" y="176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10247" name="Rectangle 132"/>
          <p:cNvSpPr>
            <a:spLocks noChangeArrowheads="1"/>
          </p:cNvSpPr>
          <p:nvPr/>
        </p:nvSpPr>
        <p:spPr bwMode="auto">
          <a:xfrm>
            <a:off x="5738813" y="460375"/>
            <a:ext cx="1044575" cy="3127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82923" tIns="40734" rIns="82923" bIns="40734">
            <a:spAutoFit/>
          </a:bodyPr>
          <a:lstStyle/>
          <a:p>
            <a:pPr defTabSz="838200" eaLnBrk="0" hangingPunct="0"/>
            <a:r>
              <a:rPr lang="en-US" sz="1500"/>
              <a:t>ANNEX G</a:t>
            </a:r>
          </a:p>
        </p:txBody>
      </p:sp>
      <p:sp>
        <p:nvSpPr>
          <p:cNvPr id="10248" name="Line 125"/>
          <p:cNvSpPr>
            <a:spLocks noChangeShapeType="1"/>
          </p:cNvSpPr>
          <p:nvPr/>
        </p:nvSpPr>
        <p:spPr bwMode="auto">
          <a:xfrm>
            <a:off x="444500" y="1458913"/>
            <a:ext cx="60277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SG"/>
          </a:p>
        </p:txBody>
      </p:sp>
      <p:sp>
        <p:nvSpPr>
          <p:cNvPr id="10251" name="Line 129"/>
          <p:cNvSpPr>
            <a:spLocks noChangeShapeType="1"/>
          </p:cNvSpPr>
          <p:nvPr/>
        </p:nvSpPr>
        <p:spPr bwMode="auto">
          <a:xfrm>
            <a:off x="450850" y="8324850"/>
            <a:ext cx="6005513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SG"/>
          </a:p>
        </p:txBody>
      </p:sp>
      <p:sp>
        <p:nvSpPr>
          <p:cNvPr id="10254" name="Rectangle 2"/>
          <p:cNvSpPr>
            <a:spLocks noChangeArrowheads="1"/>
          </p:cNvSpPr>
          <p:nvPr/>
        </p:nvSpPr>
        <p:spPr bwMode="auto">
          <a:xfrm>
            <a:off x="0" y="49213"/>
            <a:ext cx="6858000" cy="266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82923" tIns="40734" rIns="82923" bIns="40734">
            <a:spAutoFit/>
          </a:bodyPr>
          <a:lstStyle/>
          <a:p>
            <a:pPr algn="ctr" defTabSz="838200" eaLnBrk="0" hangingPunct="0"/>
            <a:r>
              <a:rPr lang="en-US" sz="1200" u="none"/>
              <a:t>CONFIDENTIAL</a:t>
            </a:r>
          </a:p>
        </p:txBody>
      </p:sp>
      <p:sp>
        <p:nvSpPr>
          <p:cNvPr id="10255" name="Rectangle 2"/>
          <p:cNvSpPr>
            <a:spLocks noChangeArrowheads="1"/>
          </p:cNvSpPr>
          <p:nvPr/>
        </p:nvSpPr>
        <p:spPr bwMode="auto">
          <a:xfrm>
            <a:off x="0" y="9536113"/>
            <a:ext cx="6858000" cy="4508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82923" tIns="40734" rIns="82923" bIns="40734">
            <a:spAutoFit/>
          </a:bodyPr>
          <a:lstStyle/>
          <a:p>
            <a:pPr algn="ctr" defTabSz="838200" eaLnBrk="0" hangingPunct="0"/>
            <a:r>
              <a:rPr lang="en-US" sz="1200" u="none" dirty="0"/>
              <a:t>G-1</a:t>
            </a:r>
          </a:p>
          <a:p>
            <a:pPr algn="ctr" defTabSz="838200" eaLnBrk="0" hangingPunct="0"/>
            <a:r>
              <a:rPr lang="en-US" sz="1200" u="none" dirty="0"/>
              <a:t>CONFIDENTIAL</a:t>
            </a:r>
          </a:p>
        </p:txBody>
      </p:sp>
      <p:sp>
        <p:nvSpPr>
          <p:cNvPr id="10258" name="Freeform 7"/>
          <p:cNvSpPr>
            <a:spLocks/>
          </p:cNvSpPr>
          <p:nvPr/>
        </p:nvSpPr>
        <p:spPr bwMode="auto">
          <a:xfrm>
            <a:off x="1143000" y="3800475"/>
            <a:ext cx="1692275" cy="4054475"/>
          </a:xfrm>
          <a:custGeom>
            <a:avLst/>
            <a:gdLst>
              <a:gd name="T0" fmla="*/ 635758909 w 1284"/>
              <a:gd name="T1" fmla="*/ 501601455 h 3146"/>
              <a:gd name="T2" fmla="*/ 310931772 w 1284"/>
              <a:gd name="T3" fmla="*/ 700913926 h 3146"/>
              <a:gd name="T4" fmla="*/ 244923846 w 1284"/>
              <a:gd name="T5" fmla="*/ 1049709502 h 3146"/>
              <a:gd name="T6" fmla="*/ 159807940 w 1284"/>
              <a:gd name="T7" fmla="*/ 1516430530 h 3146"/>
              <a:gd name="T8" fmla="*/ 46900007 w 1284"/>
              <a:gd name="T9" fmla="*/ 1958239290 h 3146"/>
              <a:gd name="T10" fmla="*/ 31266229 w 1284"/>
              <a:gd name="T11" fmla="*/ 2147483647 h 3146"/>
              <a:gd name="T12" fmla="*/ 171967538 w 1284"/>
              <a:gd name="T13" fmla="*/ 2147483647 h 3146"/>
              <a:gd name="T14" fmla="*/ 272715894 w 1284"/>
              <a:gd name="T15" fmla="*/ 2147483647 h 3146"/>
              <a:gd name="T16" fmla="*/ 166756282 w 1284"/>
              <a:gd name="T17" fmla="*/ 2147483647 h 3146"/>
              <a:gd name="T18" fmla="*/ 291823833 w 1284"/>
              <a:gd name="T19" fmla="*/ 2147483647 h 3146"/>
              <a:gd name="T20" fmla="*/ 258820529 w 1284"/>
              <a:gd name="T21" fmla="*/ 2147483647 h 3146"/>
              <a:gd name="T22" fmla="*/ 213656310 w 1284"/>
              <a:gd name="T23" fmla="*/ 2147483647 h 3146"/>
              <a:gd name="T24" fmla="*/ 396046401 w 1284"/>
              <a:gd name="T25" fmla="*/ 1858582491 h 3146"/>
              <a:gd name="T26" fmla="*/ 453370218 w 1284"/>
              <a:gd name="T27" fmla="*/ 1538022600 h 3146"/>
              <a:gd name="T28" fmla="*/ 568015216 w 1284"/>
              <a:gd name="T29" fmla="*/ 1533040211 h 3146"/>
              <a:gd name="T30" fmla="*/ 616652288 w 1284"/>
              <a:gd name="T31" fmla="*/ 1976508909 h 3146"/>
              <a:gd name="T32" fmla="*/ 543696021 w 1284"/>
              <a:gd name="T33" fmla="*/ 2147483647 h 3146"/>
              <a:gd name="T34" fmla="*/ 578436410 w 1284"/>
              <a:gd name="T35" fmla="*/ 2147483647 h 3146"/>
              <a:gd name="T36" fmla="*/ 708715341 w 1284"/>
              <a:gd name="T37" fmla="*/ 2147483647 h 3146"/>
              <a:gd name="T38" fmla="*/ 646181421 w 1284"/>
              <a:gd name="T39" fmla="*/ 2147483647 h 3146"/>
              <a:gd name="T40" fmla="*/ 788619949 w 1284"/>
              <a:gd name="T41" fmla="*/ 2147483647 h 3146"/>
              <a:gd name="T42" fmla="*/ 710452426 w 1284"/>
              <a:gd name="T43" fmla="*/ 2147483647 h 3146"/>
              <a:gd name="T44" fmla="*/ 868524558 w 1284"/>
              <a:gd name="T45" fmla="*/ 2147483647 h 3146"/>
              <a:gd name="T46" fmla="*/ 1043966225 w 1284"/>
              <a:gd name="T47" fmla="*/ 2147483647 h 3146"/>
              <a:gd name="T48" fmla="*/ 971009958 w 1284"/>
              <a:gd name="T49" fmla="*/ 2147483647 h 3146"/>
              <a:gd name="T50" fmla="*/ 1037017884 w 1284"/>
              <a:gd name="T51" fmla="*/ 2147483647 h 3146"/>
              <a:gd name="T52" fmla="*/ 1071758273 w 1284"/>
              <a:gd name="T53" fmla="*/ 2147483647 h 3146"/>
              <a:gd name="T54" fmla="*/ 1083917870 w 1284"/>
              <a:gd name="T55" fmla="*/ 2147483647 h 3146"/>
              <a:gd name="T56" fmla="*/ 1155137052 w 1284"/>
              <a:gd name="T57" fmla="*/ 2147483647 h 3146"/>
              <a:gd name="T58" fmla="*/ 1155137052 w 1284"/>
              <a:gd name="T59" fmla="*/ 2147483647 h 3146"/>
              <a:gd name="T60" fmla="*/ 1196825783 w 1284"/>
              <a:gd name="T61" fmla="*/ 2147483647 h 3146"/>
              <a:gd name="T62" fmla="*/ 1262833709 w 1284"/>
              <a:gd name="T63" fmla="*/ 2147483647 h 3146"/>
              <a:gd name="T64" fmla="*/ 1189877441 w 1284"/>
              <a:gd name="T65" fmla="*/ 2147483647 h 3146"/>
              <a:gd name="T66" fmla="*/ 1295837012 w 1284"/>
              <a:gd name="T67" fmla="*/ 2147483647 h 3146"/>
              <a:gd name="T68" fmla="*/ 1547709447 w 1284"/>
              <a:gd name="T69" fmla="*/ 2147483647 h 3146"/>
              <a:gd name="T70" fmla="*/ 1452172388 w 1284"/>
              <a:gd name="T71" fmla="*/ 2147483647 h 3146"/>
              <a:gd name="T72" fmla="*/ 1530338594 w 1284"/>
              <a:gd name="T73" fmla="*/ 2147483647 h 3146"/>
              <a:gd name="T74" fmla="*/ 1530338594 w 1284"/>
              <a:gd name="T75" fmla="*/ 2147483647 h 3146"/>
              <a:gd name="T76" fmla="*/ 1599820690 w 1284"/>
              <a:gd name="T77" fmla="*/ 2147483647 h 3146"/>
              <a:gd name="T78" fmla="*/ 1700570323 w 1284"/>
              <a:gd name="T79" fmla="*/ 2147483647 h 3146"/>
              <a:gd name="T80" fmla="*/ 1617191544 w 1284"/>
              <a:gd name="T81" fmla="*/ 2077825645 h 3146"/>
              <a:gd name="T82" fmla="*/ 1573765728 w 1284"/>
              <a:gd name="T83" fmla="*/ 1812077187 h 3146"/>
              <a:gd name="T84" fmla="*/ 1660617360 w 1284"/>
              <a:gd name="T85" fmla="*/ 1533040211 h 3146"/>
              <a:gd name="T86" fmla="*/ 1730099456 w 1284"/>
              <a:gd name="T87" fmla="*/ 1400165338 h 3146"/>
              <a:gd name="T88" fmla="*/ 1799581552 w 1284"/>
              <a:gd name="T89" fmla="*/ 1594495259 h 3146"/>
              <a:gd name="T90" fmla="*/ 1837797430 w 1284"/>
              <a:gd name="T91" fmla="*/ 1881835787 h 3146"/>
              <a:gd name="T92" fmla="*/ 2002816586 w 1284"/>
              <a:gd name="T93" fmla="*/ 2147483647 h 3146"/>
              <a:gd name="T94" fmla="*/ 1976760305 w 1284"/>
              <a:gd name="T95" fmla="*/ 2147483647 h 3146"/>
              <a:gd name="T96" fmla="*/ 1912489465 w 1284"/>
              <a:gd name="T97" fmla="*/ 2147483647 h 3146"/>
              <a:gd name="T98" fmla="*/ 2013239098 w 1284"/>
              <a:gd name="T99" fmla="*/ 2147483647 h 3146"/>
              <a:gd name="T100" fmla="*/ 1964600708 w 1284"/>
              <a:gd name="T101" fmla="*/ 2147483647 h 3146"/>
              <a:gd name="T102" fmla="*/ 1962864940 w 1284"/>
              <a:gd name="T103" fmla="*/ 2147483647 h 3146"/>
              <a:gd name="T104" fmla="*/ 2147483647 w 1284"/>
              <a:gd name="T105" fmla="*/ 2147483647 h 3146"/>
              <a:gd name="T106" fmla="*/ 2147483647 w 1284"/>
              <a:gd name="T107" fmla="*/ 2147483647 h 3146"/>
              <a:gd name="T108" fmla="*/ 2146990717 w 1284"/>
              <a:gd name="T109" fmla="*/ 1748962202 h 3146"/>
              <a:gd name="T110" fmla="*/ 2068824511 w 1284"/>
              <a:gd name="T111" fmla="*/ 1516430530 h 3146"/>
              <a:gd name="T112" fmla="*/ 2041031146 w 1284"/>
              <a:gd name="T113" fmla="*/ 1222446064 h 3146"/>
              <a:gd name="T114" fmla="*/ 1985445732 w 1284"/>
              <a:gd name="T115" fmla="*/ 951713929 h 3146"/>
              <a:gd name="T116" fmla="*/ 1938545745 w 1284"/>
              <a:gd name="T117" fmla="*/ 724165934 h 3146"/>
              <a:gd name="T118" fmla="*/ 1742259054 w 1284"/>
              <a:gd name="T119" fmla="*/ 564716440 h 3146"/>
              <a:gd name="T120" fmla="*/ 1335789976 w 1284"/>
              <a:gd name="T121" fmla="*/ 406928333 h 314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w 1284"/>
              <a:gd name="T184" fmla="*/ 0 h 3146"/>
              <a:gd name="T185" fmla="*/ 1284 w 1284"/>
              <a:gd name="T186" fmla="*/ 3146 h 3146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T183" t="T184" r="T185" b="T186"/>
            <a:pathLst>
              <a:path w="1284" h="3146">
                <a:moveTo>
                  <a:pt x="513" y="17"/>
                </a:moveTo>
                <a:lnTo>
                  <a:pt x="529" y="192"/>
                </a:lnTo>
                <a:lnTo>
                  <a:pt x="526" y="225"/>
                </a:lnTo>
                <a:lnTo>
                  <a:pt x="517" y="245"/>
                </a:lnTo>
                <a:lnTo>
                  <a:pt x="490" y="256"/>
                </a:lnTo>
                <a:lnTo>
                  <a:pt x="468" y="259"/>
                </a:lnTo>
                <a:lnTo>
                  <a:pt x="437" y="271"/>
                </a:lnTo>
                <a:lnTo>
                  <a:pt x="403" y="283"/>
                </a:lnTo>
                <a:lnTo>
                  <a:pt x="366" y="302"/>
                </a:lnTo>
                <a:lnTo>
                  <a:pt x="336" y="314"/>
                </a:lnTo>
                <a:lnTo>
                  <a:pt x="313" y="326"/>
                </a:lnTo>
                <a:lnTo>
                  <a:pt x="282" y="340"/>
                </a:lnTo>
                <a:lnTo>
                  <a:pt x="255" y="347"/>
                </a:lnTo>
                <a:lnTo>
                  <a:pt x="240" y="356"/>
                </a:lnTo>
                <a:lnTo>
                  <a:pt x="220" y="369"/>
                </a:lnTo>
                <a:lnTo>
                  <a:pt x="206" y="392"/>
                </a:lnTo>
                <a:lnTo>
                  <a:pt x="195" y="407"/>
                </a:lnTo>
                <a:lnTo>
                  <a:pt x="179" y="422"/>
                </a:lnTo>
                <a:lnTo>
                  <a:pt x="167" y="437"/>
                </a:lnTo>
                <a:lnTo>
                  <a:pt x="161" y="453"/>
                </a:lnTo>
                <a:lnTo>
                  <a:pt x="153" y="479"/>
                </a:lnTo>
                <a:lnTo>
                  <a:pt x="143" y="512"/>
                </a:lnTo>
                <a:lnTo>
                  <a:pt x="138" y="536"/>
                </a:lnTo>
                <a:lnTo>
                  <a:pt x="138" y="555"/>
                </a:lnTo>
                <a:lnTo>
                  <a:pt x="143" y="591"/>
                </a:lnTo>
                <a:lnTo>
                  <a:pt x="146" y="607"/>
                </a:lnTo>
                <a:lnTo>
                  <a:pt x="141" y="632"/>
                </a:lnTo>
                <a:lnTo>
                  <a:pt x="134" y="650"/>
                </a:lnTo>
                <a:lnTo>
                  <a:pt x="122" y="682"/>
                </a:lnTo>
                <a:lnTo>
                  <a:pt x="117" y="698"/>
                </a:lnTo>
                <a:lnTo>
                  <a:pt x="110" y="730"/>
                </a:lnTo>
                <a:lnTo>
                  <a:pt x="104" y="757"/>
                </a:lnTo>
                <a:lnTo>
                  <a:pt x="98" y="796"/>
                </a:lnTo>
                <a:lnTo>
                  <a:pt x="95" y="836"/>
                </a:lnTo>
                <a:lnTo>
                  <a:pt x="91" y="873"/>
                </a:lnTo>
                <a:lnTo>
                  <a:pt x="92" y="913"/>
                </a:lnTo>
                <a:lnTo>
                  <a:pt x="96" y="952"/>
                </a:lnTo>
                <a:lnTo>
                  <a:pt x="86" y="966"/>
                </a:lnTo>
                <a:lnTo>
                  <a:pt x="74" y="986"/>
                </a:lnTo>
                <a:lnTo>
                  <a:pt x="65" y="1009"/>
                </a:lnTo>
                <a:lnTo>
                  <a:pt x="50" y="1039"/>
                </a:lnTo>
                <a:lnTo>
                  <a:pt x="45" y="1064"/>
                </a:lnTo>
                <a:lnTo>
                  <a:pt x="36" y="1092"/>
                </a:lnTo>
                <a:lnTo>
                  <a:pt x="32" y="1125"/>
                </a:lnTo>
                <a:lnTo>
                  <a:pt x="27" y="1179"/>
                </a:lnTo>
                <a:lnTo>
                  <a:pt x="24" y="1236"/>
                </a:lnTo>
                <a:lnTo>
                  <a:pt x="20" y="1292"/>
                </a:lnTo>
                <a:lnTo>
                  <a:pt x="16" y="1348"/>
                </a:lnTo>
                <a:lnTo>
                  <a:pt x="13" y="1434"/>
                </a:lnTo>
                <a:lnTo>
                  <a:pt x="9" y="1482"/>
                </a:lnTo>
                <a:lnTo>
                  <a:pt x="8" y="1500"/>
                </a:lnTo>
                <a:lnTo>
                  <a:pt x="10" y="1518"/>
                </a:lnTo>
                <a:lnTo>
                  <a:pt x="13" y="1538"/>
                </a:lnTo>
                <a:lnTo>
                  <a:pt x="18" y="1552"/>
                </a:lnTo>
                <a:lnTo>
                  <a:pt x="8" y="1597"/>
                </a:lnTo>
                <a:lnTo>
                  <a:pt x="3" y="1632"/>
                </a:lnTo>
                <a:lnTo>
                  <a:pt x="0" y="1666"/>
                </a:lnTo>
                <a:lnTo>
                  <a:pt x="6" y="1692"/>
                </a:lnTo>
                <a:lnTo>
                  <a:pt x="16" y="1719"/>
                </a:lnTo>
                <a:lnTo>
                  <a:pt x="29" y="1750"/>
                </a:lnTo>
                <a:lnTo>
                  <a:pt x="37" y="1769"/>
                </a:lnTo>
                <a:lnTo>
                  <a:pt x="71" y="1799"/>
                </a:lnTo>
                <a:lnTo>
                  <a:pt x="99" y="1815"/>
                </a:lnTo>
                <a:lnTo>
                  <a:pt x="119" y="1820"/>
                </a:lnTo>
                <a:lnTo>
                  <a:pt x="140" y="1816"/>
                </a:lnTo>
                <a:lnTo>
                  <a:pt x="153" y="1804"/>
                </a:lnTo>
                <a:lnTo>
                  <a:pt x="159" y="1802"/>
                </a:lnTo>
                <a:lnTo>
                  <a:pt x="164" y="1794"/>
                </a:lnTo>
                <a:lnTo>
                  <a:pt x="166" y="1787"/>
                </a:lnTo>
                <a:lnTo>
                  <a:pt x="162" y="1780"/>
                </a:lnTo>
                <a:lnTo>
                  <a:pt x="155" y="1772"/>
                </a:lnTo>
                <a:lnTo>
                  <a:pt x="157" y="1765"/>
                </a:lnTo>
                <a:lnTo>
                  <a:pt x="156" y="1758"/>
                </a:lnTo>
                <a:lnTo>
                  <a:pt x="151" y="1751"/>
                </a:lnTo>
                <a:lnTo>
                  <a:pt x="141" y="1746"/>
                </a:lnTo>
                <a:lnTo>
                  <a:pt x="125" y="1739"/>
                </a:lnTo>
                <a:lnTo>
                  <a:pt x="116" y="1723"/>
                </a:lnTo>
                <a:lnTo>
                  <a:pt x="104" y="1713"/>
                </a:lnTo>
                <a:lnTo>
                  <a:pt x="98" y="1697"/>
                </a:lnTo>
                <a:lnTo>
                  <a:pt x="95" y="1670"/>
                </a:lnTo>
                <a:lnTo>
                  <a:pt x="96" y="1656"/>
                </a:lnTo>
                <a:lnTo>
                  <a:pt x="103" y="1653"/>
                </a:lnTo>
                <a:lnTo>
                  <a:pt x="111" y="1659"/>
                </a:lnTo>
                <a:lnTo>
                  <a:pt x="125" y="1677"/>
                </a:lnTo>
                <a:lnTo>
                  <a:pt x="131" y="1698"/>
                </a:lnTo>
                <a:lnTo>
                  <a:pt x="136" y="1707"/>
                </a:lnTo>
                <a:lnTo>
                  <a:pt x="143" y="1716"/>
                </a:lnTo>
                <a:lnTo>
                  <a:pt x="150" y="1721"/>
                </a:lnTo>
                <a:lnTo>
                  <a:pt x="158" y="1724"/>
                </a:lnTo>
                <a:lnTo>
                  <a:pt x="168" y="1725"/>
                </a:lnTo>
                <a:lnTo>
                  <a:pt x="176" y="1722"/>
                </a:lnTo>
                <a:lnTo>
                  <a:pt x="182" y="1713"/>
                </a:lnTo>
                <a:lnTo>
                  <a:pt x="183" y="1706"/>
                </a:lnTo>
                <a:lnTo>
                  <a:pt x="182" y="1692"/>
                </a:lnTo>
                <a:lnTo>
                  <a:pt x="179" y="1680"/>
                </a:lnTo>
                <a:lnTo>
                  <a:pt x="171" y="1662"/>
                </a:lnTo>
                <a:lnTo>
                  <a:pt x="157" y="1644"/>
                </a:lnTo>
                <a:lnTo>
                  <a:pt x="150" y="1630"/>
                </a:lnTo>
                <a:lnTo>
                  <a:pt x="149" y="1612"/>
                </a:lnTo>
                <a:lnTo>
                  <a:pt x="146" y="1589"/>
                </a:lnTo>
                <a:lnTo>
                  <a:pt x="136" y="1571"/>
                </a:lnTo>
                <a:lnTo>
                  <a:pt x="127" y="1557"/>
                </a:lnTo>
                <a:lnTo>
                  <a:pt x="117" y="1540"/>
                </a:lnTo>
                <a:lnTo>
                  <a:pt x="105" y="1533"/>
                </a:lnTo>
                <a:lnTo>
                  <a:pt x="99" y="1506"/>
                </a:lnTo>
                <a:lnTo>
                  <a:pt x="100" y="1471"/>
                </a:lnTo>
                <a:lnTo>
                  <a:pt x="111" y="1424"/>
                </a:lnTo>
                <a:lnTo>
                  <a:pt x="123" y="1388"/>
                </a:lnTo>
                <a:lnTo>
                  <a:pt x="140" y="1341"/>
                </a:lnTo>
                <a:lnTo>
                  <a:pt x="160" y="1298"/>
                </a:lnTo>
                <a:lnTo>
                  <a:pt x="175" y="1272"/>
                </a:lnTo>
                <a:lnTo>
                  <a:pt x="187" y="1249"/>
                </a:lnTo>
                <a:lnTo>
                  <a:pt x="200" y="1224"/>
                </a:lnTo>
                <a:lnTo>
                  <a:pt x="210" y="1204"/>
                </a:lnTo>
                <a:lnTo>
                  <a:pt x="218" y="1182"/>
                </a:lnTo>
                <a:lnTo>
                  <a:pt x="223" y="1158"/>
                </a:lnTo>
                <a:lnTo>
                  <a:pt x="228" y="1119"/>
                </a:lnTo>
                <a:lnTo>
                  <a:pt x="227" y="1085"/>
                </a:lnTo>
                <a:lnTo>
                  <a:pt x="228" y="1047"/>
                </a:lnTo>
                <a:lnTo>
                  <a:pt x="228" y="1025"/>
                </a:lnTo>
                <a:lnTo>
                  <a:pt x="226" y="996"/>
                </a:lnTo>
                <a:lnTo>
                  <a:pt x="236" y="986"/>
                </a:lnTo>
                <a:lnTo>
                  <a:pt x="244" y="973"/>
                </a:lnTo>
                <a:lnTo>
                  <a:pt x="249" y="959"/>
                </a:lnTo>
                <a:lnTo>
                  <a:pt x="251" y="937"/>
                </a:lnTo>
                <a:lnTo>
                  <a:pt x="261" y="926"/>
                </a:lnTo>
                <a:lnTo>
                  <a:pt x="272" y="910"/>
                </a:lnTo>
                <a:lnTo>
                  <a:pt x="281" y="890"/>
                </a:lnTo>
                <a:lnTo>
                  <a:pt x="287" y="860"/>
                </a:lnTo>
                <a:lnTo>
                  <a:pt x="289" y="829"/>
                </a:lnTo>
                <a:lnTo>
                  <a:pt x="294" y="800"/>
                </a:lnTo>
                <a:lnTo>
                  <a:pt x="303" y="849"/>
                </a:lnTo>
                <a:lnTo>
                  <a:pt x="309" y="874"/>
                </a:lnTo>
                <a:lnTo>
                  <a:pt x="319" y="903"/>
                </a:lnTo>
                <a:lnTo>
                  <a:pt x="327" y="923"/>
                </a:lnTo>
                <a:lnTo>
                  <a:pt x="337" y="949"/>
                </a:lnTo>
                <a:lnTo>
                  <a:pt x="349" y="982"/>
                </a:lnTo>
                <a:lnTo>
                  <a:pt x="366" y="1013"/>
                </a:lnTo>
                <a:lnTo>
                  <a:pt x="381" y="1053"/>
                </a:lnTo>
                <a:lnTo>
                  <a:pt x="378" y="1081"/>
                </a:lnTo>
                <a:lnTo>
                  <a:pt x="378" y="1116"/>
                </a:lnTo>
                <a:lnTo>
                  <a:pt x="371" y="1134"/>
                </a:lnTo>
                <a:lnTo>
                  <a:pt x="359" y="1167"/>
                </a:lnTo>
                <a:lnTo>
                  <a:pt x="355" y="1190"/>
                </a:lnTo>
                <a:lnTo>
                  <a:pt x="355" y="1209"/>
                </a:lnTo>
                <a:lnTo>
                  <a:pt x="360" y="1235"/>
                </a:lnTo>
                <a:lnTo>
                  <a:pt x="350" y="1257"/>
                </a:lnTo>
                <a:lnTo>
                  <a:pt x="342" y="1276"/>
                </a:lnTo>
                <a:lnTo>
                  <a:pt x="335" y="1292"/>
                </a:lnTo>
                <a:lnTo>
                  <a:pt x="329" y="1316"/>
                </a:lnTo>
                <a:lnTo>
                  <a:pt x="325" y="1342"/>
                </a:lnTo>
                <a:lnTo>
                  <a:pt x="322" y="1373"/>
                </a:lnTo>
                <a:lnTo>
                  <a:pt x="313" y="1408"/>
                </a:lnTo>
                <a:lnTo>
                  <a:pt x="309" y="1443"/>
                </a:lnTo>
                <a:lnTo>
                  <a:pt x="305" y="1487"/>
                </a:lnTo>
                <a:lnTo>
                  <a:pt x="304" y="1535"/>
                </a:lnTo>
                <a:lnTo>
                  <a:pt x="305" y="1587"/>
                </a:lnTo>
                <a:lnTo>
                  <a:pt x="311" y="1639"/>
                </a:lnTo>
                <a:lnTo>
                  <a:pt x="319" y="1698"/>
                </a:lnTo>
                <a:lnTo>
                  <a:pt x="323" y="1738"/>
                </a:lnTo>
                <a:lnTo>
                  <a:pt x="326" y="1787"/>
                </a:lnTo>
                <a:lnTo>
                  <a:pt x="333" y="1835"/>
                </a:lnTo>
                <a:lnTo>
                  <a:pt x="341" y="1886"/>
                </a:lnTo>
                <a:lnTo>
                  <a:pt x="353" y="1932"/>
                </a:lnTo>
                <a:lnTo>
                  <a:pt x="364" y="1980"/>
                </a:lnTo>
                <a:lnTo>
                  <a:pt x="374" y="2024"/>
                </a:lnTo>
                <a:lnTo>
                  <a:pt x="384" y="2048"/>
                </a:lnTo>
                <a:lnTo>
                  <a:pt x="394" y="2078"/>
                </a:lnTo>
                <a:lnTo>
                  <a:pt x="405" y="2098"/>
                </a:lnTo>
                <a:lnTo>
                  <a:pt x="410" y="2146"/>
                </a:lnTo>
                <a:lnTo>
                  <a:pt x="408" y="2184"/>
                </a:lnTo>
                <a:lnTo>
                  <a:pt x="407" y="2274"/>
                </a:lnTo>
                <a:lnTo>
                  <a:pt x="399" y="2307"/>
                </a:lnTo>
                <a:lnTo>
                  <a:pt x="388" y="2340"/>
                </a:lnTo>
                <a:lnTo>
                  <a:pt x="381" y="2380"/>
                </a:lnTo>
                <a:lnTo>
                  <a:pt x="376" y="2415"/>
                </a:lnTo>
                <a:lnTo>
                  <a:pt x="373" y="2447"/>
                </a:lnTo>
                <a:lnTo>
                  <a:pt x="371" y="2480"/>
                </a:lnTo>
                <a:lnTo>
                  <a:pt x="371" y="2509"/>
                </a:lnTo>
                <a:lnTo>
                  <a:pt x="372" y="2544"/>
                </a:lnTo>
                <a:lnTo>
                  <a:pt x="381" y="2587"/>
                </a:lnTo>
                <a:lnTo>
                  <a:pt x="394" y="2632"/>
                </a:lnTo>
                <a:lnTo>
                  <a:pt x="418" y="2710"/>
                </a:lnTo>
                <a:lnTo>
                  <a:pt x="432" y="2761"/>
                </a:lnTo>
                <a:lnTo>
                  <a:pt x="446" y="2808"/>
                </a:lnTo>
                <a:lnTo>
                  <a:pt x="458" y="2874"/>
                </a:lnTo>
                <a:lnTo>
                  <a:pt x="463" y="2916"/>
                </a:lnTo>
                <a:lnTo>
                  <a:pt x="461" y="2942"/>
                </a:lnTo>
                <a:lnTo>
                  <a:pt x="454" y="2955"/>
                </a:lnTo>
                <a:lnTo>
                  <a:pt x="451" y="2969"/>
                </a:lnTo>
                <a:lnTo>
                  <a:pt x="448" y="2983"/>
                </a:lnTo>
                <a:lnTo>
                  <a:pt x="450" y="3000"/>
                </a:lnTo>
                <a:lnTo>
                  <a:pt x="449" y="3006"/>
                </a:lnTo>
                <a:lnTo>
                  <a:pt x="445" y="3024"/>
                </a:lnTo>
                <a:lnTo>
                  <a:pt x="433" y="3036"/>
                </a:lnTo>
                <a:lnTo>
                  <a:pt x="423" y="3042"/>
                </a:lnTo>
                <a:lnTo>
                  <a:pt x="413" y="3059"/>
                </a:lnTo>
                <a:lnTo>
                  <a:pt x="409" y="3071"/>
                </a:lnTo>
                <a:lnTo>
                  <a:pt x="402" y="3088"/>
                </a:lnTo>
                <a:lnTo>
                  <a:pt x="393" y="3099"/>
                </a:lnTo>
                <a:lnTo>
                  <a:pt x="392" y="3108"/>
                </a:lnTo>
                <a:lnTo>
                  <a:pt x="404" y="3121"/>
                </a:lnTo>
                <a:lnTo>
                  <a:pt x="422" y="3128"/>
                </a:lnTo>
                <a:lnTo>
                  <a:pt x="439" y="3132"/>
                </a:lnTo>
                <a:lnTo>
                  <a:pt x="458" y="3137"/>
                </a:lnTo>
                <a:lnTo>
                  <a:pt x="479" y="3144"/>
                </a:lnTo>
                <a:lnTo>
                  <a:pt x="500" y="3145"/>
                </a:lnTo>
                <a:lnTo>
                  <a:pt x="525" y="3144"/>
                </a:lnTo>
                <a:lnTo>
                  <a:pt x="539" y="3132"/>
                </a:lnTo>
                <a:lnTo>
                  <a:pt x="549" y="3139"/>
                </a:lnTo>
                <a:lnTo>
                  <a:pt x="560" y="3145"/>
                </a:lnTo>
                <a:lnTo>
                  <a:pt x="570" y="3145"/>
                </a:lnTo>
                <a:lnTo>
                  <a:pt x="581" y="3141"/>
                </a:lnTo>
                <a:lnTo>
                  <a:pt x="589" y="3137"/>
                </a:lnTo>
                <a:lnTo>
                  <a:pt x="597" y="3130"/>
                </a:lnTo>
                <a:lnTo>
                  <a:pt x="601" y="3121"/>
                </a:lnTo>
                <a:lnTo>
                  <a:pt x="601" y="3111"/>
                </a:lnTo>
                <a:lnTo>
                  <a:pt x="596" y="3086"/>
                </a:lnTo>
                <a:lnTo>
                  <a:pt x="589" y="3065"/>
                </a:lnTo>
                <a:lnTo>
                  <a:pt x="583" y="3034"/>
                </a:lnTo>
                <a:lnTo>
                  <a:pt x="575" y="3015"/>
                </a:lnTo>
                <a:lnTo>
                  <a:pt x="579" y="2967"/>
                </a:lnTo>
                <a:lnTo>
                  <a:pt x="571" y="2945"/>
                </a:lnTo>
                <a:lnTo>
                  <a:pt x="561" y="2927"/>
                </a:lnTo>
                <a:lnTo>
                  <a:pt x="559" y="2904"/>
                </a:lnTo>
                <a:lnTo>
                  <a:pt x="555" y="2866"/>
                </a:lnTo>
                <a:lnTo>
                  <a:pt x="560" y="2825"/>
                </a:lnTo>
                <a:lnTo>
                  <a:pt x="563" y="2777"/>
                </a:lnTo>
                <a:lnTo>
                  <a:pt x="572" y="2723"/>
                </a:lnTo>
                <a:lnTo>
                  <a:pt x="575" y="2697"/>
                </a:lnTo>
                <a:lnTo>
                  <a:pt x="596" y="2642"/>
                </a:lnTo>
                <a:lnTo>
                  <a:pt x="599" y="2590"/>
                </a:lnTo>
                <a:lnTo>
                  <a:pt x="598" y="2554"/>
                </a:lnTo>
                <a:lnTo>
                  <a:pt x="597" y="2517"/>
                </a:lnTo>
                <a:lnTo>
                  <a:pt x="593" y="2485"/>
                </a:lnTo>
                <a:lnTo>
                  <a:pt x="586" y="2446"/>
                </a:lnTo>
                <a:lnTo>
                  <a:pt x="581" y="2407"/>
                </a:lnTo>
                <a:lnTo>
                  <a:pt x="584" y="2362"/>
                </a:lnTo>
                <a:lnTo>
                  <a:pt x="597" y="2338"/>
                </a:lnTo>
                <a:lnTo>
                  <a:pt x="604" y="2318"/>
                </a:lnTo>
                <a:lnTo>
                  <a:pt x="610" y="2289"/>
                </a:lnTo>
                <a:lnTo>
                  <a:pt x="615" y="2261"/>
                </a:lnTo>
                <a:lnTo>
                  <a:pt x="617" y="2233"/>
                </a:lnTo>
                <a:lnTo>
                  <a:pt x="618" y="2209"/>
                </a:lnTo>
                <a:lnTo>
                  <a:pt x="614" y="2193"/>
                </a:lnTo>
                <a:lnTo>
                  <a:pt x="612" y="2174"/>
                </a:lnTo>
                <a:lnTo>
                  <a:pt x="612" y="2149"/>
                </a:lnTo>
                <a:lnTo>
                  <a:pt x="614" y="2123"/>
                </a:lnTo>
                <a:lnTo>
                  <a:pt x="622" y="2097"/>
                </a:lnTo>
                <a:lnTo>
                  <a:pt x="626" y="2073"/>
                </a:lnTo>
                <a:lnTo>
                  <a:pt x="628" y="2052"/>
                </a:lnTo>
                <a:lnTo>
                  <a:pt x="624" y="2027"/>
                </a:lnTo>
                <a:lnTo>
                  <a:pt x="617" y="1999"/>
                </a:lnTo>
                <a:lnTo>
                  <a:pt x="613" y="1948"/>
                </a:lnTo>
                <a:lnTo>
                  <a:pt x="618" y="1912"/>
                </a:lnTo>
                <a:lnTo>
                  <a:pt x="627" y="1848"/>
                </a:lnTo>
                <a:lnTo>
                  <a:pt x="633" y="1803"/>
                </a:lnTo>
                <a:lnTo>
                  <a:pt x="646" y="1617"/>
                </a:lnTo>
                <a:lnTo>
                  <a:pt x="650" y="1802"/>
                </a:lnTo>
                <a:lnTo>
                  <a:pt x="657" y="1846"/>
                </a:lnTo>
                <a:lnTo>
                  <a:pt x="665" y="1912"/>
                </a:lnTo>
                <a:lnTo>
                  <a:pt x="671" y="1947"/>
                </a:lnTo>
                <a:lnTo>
                  <a:pt x="668" y="1993"/>
                </a:lnTo>
                <a:lnTo>
                  <a:pt x="659" y="2027"/>
                </a:lnTo>
                <a:lnTo>
                  <a:pt x="655" y="2050"/>
                </a:lnTo>
                <a:lnTo>
                  <a:pt x="658" y="2081"/>
                </a:lnTo>
                <a:lnTo>
                  <a:pt x="664" y="2106"/>
                </a:lnTo>
                <a:lnTo>
                  <a:pt x="672" y="2138"/>
                </a:lnTo>
                <a:lnTo>
                  <a:pt x="673" y="2179"/>
                </a:lnTo>
                <a:lnTo>
                  <a:pt x="665" y="2204"/>
                </a:lnTo>
                <a:lnTo>
                  <a:pt x="664" y="2225"/>
                </a:lnTo>
                <a:lnTo>
                  <a:pt x="668" y="2258"/>
                </a:lnTo>
                <a:lnTo>
                  <a:pt x="673" y="2289"/>
                </a:lnTo>
                <a:lnTo>
                  <a:pt x="680" y="2317"/>
                </a:lnTo>
                <a:lnTo>
                  <a:pt x="692" y="2344"/>
                </a:lnTo>
                <a:lnTo>
                  <a:pt x="701" y="2367"/>
                </a:lnTo>
                <a:lnTo>
                  <a:pt x="701" y="2401"/>
                </a:lnTo>
                <a:lnTo>
                  <a:pt x="699" y="2441"/>
                </a:lnTo>
                <a:lnTo>
                  <a:pt x="689" y="2492"/>
                </a:lnTo>
                <a:lnTo>
                  <a:pt x="688" y="2533"/>
                </a:lnTo>
                <a:lnTo>
                  <a:pt x="685" y="2567"/>
                </a:lnTo>
                <a:lnTo>
                  <a:pt x="685" y="2601"/>
                </a:lnTo>
                <a:lnTo>
                  <a:pt x="687" y="2642"/>
                </a:lnTo>
                <a:lnTo>
                  <a:pt x="707" y="2689"/>
                </a:lnTo>
                <a:lnTo>
                  <a:pt x="715" y="2746"/>
                </a:lnTo>
                <a:lnTo>
                  <a:pt x="723" y="2818"/>
                </a:lnTo>
                <a:lnTo>
                  <a:pt x="729" y="2862"/>
                </a:lnTo>
                <a:lnTo>
                  <a:pt x="727" y="2896"/>
                </a:lnTo>
                <a:lnTo>
                  <a:pt x="722" y="2927"/>
                </a:lnTo>
                <a:lnTo>
                  <a:pt x="712" y="2948"/>
                </a:lnTo>
                <a:lnTo>
                  <a:pt x="705" y="2968"/>
                </a:lnTo>
                <a:lnTo>
                  <a:pt x="706" y="2986"/>
                </a:lnTo>
                <a:lnTo>
                  <a:pt x="708" y="3015"/>
                </a:lnTo>
                <a:lnTo>
                  <a:pt x="701" y="3034"/>
                </a:lnTo>
                <a:lnTo>
                  <a:pt x="696" y="3060"/>
                </a:lnTo>
                <a:lnTo>
                  <a:pt x="690" y="3079"/>
                </a:lnTo>
                <a:lnTo>
                  <a:pt x="685" y="3099"/>
                </a:lnTo>
                <a:lnTo>
                  <a:pt x="683" y="3110"/>
                </a:lnTo>
                <a:lnTo>
                  <a:pt x="683" y="3120"/>
                </a:lnTo>
                <a:lnTo>
                  <a:pt x="686" y="3130"/>
                </a:lnTo>
                <a:lnTo>
                  <a:pt x="693" y="3136"/>
                </a:lnTo>
                <a:lnTo>
                  <a:pt x="702" y="3141"/>
                </a:lnTo>
                <a:lnTo>
                  <a:pt x="709" y="3144"/>
                </a:lnTo>
                <a:lnTo>
                  <a:pt x="720" y="3144"/>
                </a:lnTo>
                <a:lnTo>
                  <a:pt x="730" y="3141"/>
                </a:lnTo>
                <a:lnTo>
                  <a:pt x="746" y="3133"/>
                </a:lnTo>
                <a:lnTo>
                  <a:pt x="758" y="3144"/>
                </a:lnTo>
                <a:lnTo>
                  <a:pt x="795" y="3144"/>
                </a:lnTo>
                <a:lnTo>
                  <a:pt x="819" y="3141"/>
                </a:lnTo>
                <a:lnTo>
                  <a:pt x="837" y="3134"/>
                </a:lnTo>
                <a:lnTo>
                  <a:pt x="857" y="3128"/>
                </a:lnTo>
                <a:lnTo>
                  <a:pt x="875" y="3125"/>
                </a:lnTo>
                <a:lnTo>
                  <a:pt x="885" y="3119"/>
                </a:lnTo>
                <a:lnTo>
                  <a:pt x="890" y="3111"/>
                </a:lnTo>
                <a:lnTo>
                  <a:pt x="891" y="3099"/>
                </a:lnTo>
                <a:lnTo>
                  <a:pt x="885" y="3095"/>
                </a:lnTo>
                <a:lnTo>
                  <a:pt x="876" y="3077"/>
                </a:lnTo>
                <a:lnTo>
                  <a:pt x="869" y="3054"/>
                </a:lnTo>
                <a:lnTo>
                  <a:pt x="857" y="3039"/>
                </a:lnTo>
                <a:lnTo>
                  <a:pt x="848" y="3034"/>
                </a:lnTo>
                <a:lnTo>
                  <a:pt x="839" y="3022"/>
                </a:lnTo>
                <a:lnTo>
                  <a:pt x="836" y="3011"/>
                </a:lnTo>
                <a:lnTo>
                  <a:pt x="834" y="2994"/>
                </a:lnTo>
                <a:lnTo>
                  <a:pt x="836" y="2982"/>
                </a:lnTo>
                <a:lnTo>
                  <a:pt x="834" y="2974"/>
                </a:lnTo>
                <a:lnTo>
                  <a:pt x="829" y="2955"/>
                </a:lnTo>
                <a:lnTo>
                  <a:pt x="821" y="2937"/>
                </a:lnTo>
                <a:lnTo>
                  <a:pt x="819" y="2914"/>
                </a:lnTo>
                <a:lnTo>
                  <a:pt x="824" y="2883"/>
                </a:lnTo>
                <a:lnTo>
                  <a:pt x="831" y="2842"/>
                </a:lnTo>
                <a:lnTo>
                  <a:pt x="841" y="2790"/>
                </a:lnTo>
                <a:lnTo>
                  <a:pt x="863" y="2716"/>
                </a:lnTo>
                <a:lnTo>
                  <a:pt x="881" y="2658"/>
                </a:lnTo>
                <a:lnTo>
                  <a:pt x="900" y="2594"/>
                </a:lnTo>
                <a:lnTo>
                  <a:pt x="911" y="2544"/>
                </a:lnTo>
                <a:lnTo>
                  <a:pt x="911" y="2500"/>
                </a:lnTo>
                <a:lnTo>
                  <a:pt x="911" y="2461"/>
                </a:lnTo>
                <a:lnTo>
                  <a:pt x="908" y="2427"/>
                </a:lnTo>
                <a:lnTo>
                  <a:pt x="904" y="2393"/>
                </a:lnTo>
                <a:lnTo>
                  <a:pt x="899" y="2358"/>
                </a:lnTo>
                <a:lnTo>
                  <a:pt x="889" y="2320"/>
                </a:lnTo>
                <a:lnTo>
                  <a:pt x="881" y="2289"/>
                </a:lnTo>
                <a:lnTo>
                  <a:pt x="878" y="2269"/>
                </a:lnTo>
                <a:lnTo>
                  <a:pt x="874" y="2216"/>
                </a:lnTo>
                <a:lnTo>
                  <a:pt x="876" y="2178"/>
                </a:lnTo>
                <a:lnTo>
                  <a:pt x="874" y="2146"/>
                </a:lnTo>
                <a:lnTo>
                  <a:pt x="876" y="2101"/>
                </a:lnTo>
                <a:lnTo>
                  <a:pt x="886" y="2081"/>
                </a:lnTo>
                <a:lnTo>
                  <a:pt x="899" y="2049"/>
                </a:lnTo>
                <a:lnTo>
                  <a:pt x="908" y="2026"/>
                </a:lnTo>
                <a:lnTo>
                  <a:pt x="921" y="1965"/>
                </a:lnTo>
                <a:lnTo>
                  <a:pt x="934" y="1910"/>
                </a:lnTo>
                <a:lnTo>
                  <a:pt x="945" y="1847"/>
                </a:lnTo>
                <a:lnTo>
                  <a:pt x="956" y="1783"/>
                </a:lnTo>
                <a:lnTo>
                  <a:pt x="963" y="1698"/>
                </a:lnTo>
                <a:lnTo>
                  <a:pt x="973" y="1634"/>
                </a:lnTo>
                <a:lnTo>
                  <a:pt x="978" y="1594"/>
                </a:lnTo>
                <a:lnTo>
                  <a:pt x="979" y="1565"/>
                </a:lnTo>
                <a:lnTo>
                  <a:pt x="980" y="1534"/>
                </a:lnTo>
                <a:lnTo>
                  <a:pt x="979" y="1509"/>
                </a:lnTo>
                <a:lnTo>
                  <a:pt x="978" y="1473"/>
                </a:lnTo>
                <a:lnTo>
                  <a:pt x="974" y="1433"/>
                </a:lnTo>
                <a:lnTo>
                  <a:pt x="968" y="1399"/>
                </a:lnTo>
                <a:lnTo>
                  <a:pt x="961" y="1370"/>
                </a:lnTo>
                <a:lnTo>
                  <a:pt x="957" y="1334"/>
                </a:lnTo>
                <a:lnTo>
                  <a:pt x="953" y="1309"/>
                </a:lnTo>
                <a:lnTo>
                  <a:pt x="949" y="1291"/>
                </a:lnTo>
                <a:lnTo>
                  <a:pt x="942" y="1276"/>
                </a:lnTo>
                <a:lnTo>
                  <a:pt x="931" y="1251"/>
                </a:lnTo>
                <a:lnTo>
                  <a:pt x="923" y="1232"/>
                </a:lnTo>
                <a:lnTo>
                  <a:pt x="929" y="1209"/>
                </a:lnTo>
                <a:lnTo>
                  <a:pt x="929" y="1193"/>
                </a:lnTo>
                <a:lnTo>
                  <a:pt x="928" y="1174"/>
                </a:lnTo>
                <a:lnTo>
                  <a:pt x="924" y="1162"/>
                </a:lnTo>
                <a:lnTo>
                  <a:pt x="917" y="1146"/>
                </a:lnTo>
                <a:lnTo>
                  <a:pt x="910" y="1127"/>
                </a:lnTo>
                <a:lnTo>
                  <a:pt x="906" y="1114"/>
                </a:lnTo>
                <a:lnTo>
                  <a:pt x="906" y="1091"/>
                </a:lnTo>
                <a:lnTo>
                  <a:pt x="906" y="1073"/>
                </a:lnTo>
                <a:lnTo>
                  <a:pt x="903" y="1060"/>
                </a:lnTo>
                <a:lnTo>
                  <a:pt x="903" y="1050"/>
                </a:lnTo>
                <a:lnTo>
                  <a:pt x="910" y="1032"/>
                </a:lnTo>
                <a:lnTo>
                  <a:pt x="921" y="1006"/>
                </a:lnTo>
                <a:lnTo>
                  <a:pt x="932" y="986"/>
                </a:lnTo>
                <a:lnTo>
                  <a:pt x="937" y="974"/>
                </a:lnTo>
                <a:lnTo>
                  <a:pt x="946" y="948"/>
                </a:lnTo>
                <a:lnTo>
                  <a:pt x="956" y="923"/>
                </a:lnTo>
                <a:lnTo>
                  <a:pt x="961" y="910"/>
                </a:lnTo>
                <a:lnTo>
                  <a:pt x="968" y="893"/>
                </a:lnTo>
                <a:lnTo>
                  <a:pt x="975" y="870"/>
                </a:lnTo>
                <a:lnTo>
                  <a:pt x="981" y="845"/>
                </a:lnTo>
                <a:lnTo>
                  <a:pt x="984" y="828"/>
                </a:lnTo>
                <a:lnTo>
                  <a:pt x="987" y="810"/>
                </a:lnTo>
                <a:lnTo>
                  <a:pt x="990" y="798"/>
                </a:lnTo>
                <a:lnTo>
                  <a:pt x="995" y="827"/>
                </a:lnTo>
                <a:lnTo>
                  <a:pt x="996" y="843"/>
                </a:lnTo>
                <a:lnTo>
                  <a:pt x="997" y="859"/>
                </a:lnTo>
                <a:lnTo>
                  <a:pt x="999" y="874"/>
                </a:lnTo>
                <a:lnTo>
                  <a:pt x="1002" y="884"/>
                </a:lnTo>
                <a:lnTo>
                  <a:pt x="1006" y="897"/>
                </a:lnTo>
                <a:lnTo>
                  <a:pt x="1013" y="910"/>
                </a:lnTo>
                <a:lnTo>
                  <a:pt x="1023" y="925"/>
                </a:lnTo>
                <a:lnTo>
                  <a:pt x="1033" y="936"/>
                </a:lnTo>
                <a:lnTo>
                  <a:pt x="1035" y="952"/>
                </a:lnTo>
                <a:lnTo>
                  <a:pt x="1036" y="960"/>
                </a:lnTo>
                <a:lnTo>
                  <a:pt x="1041" y="967"/>
                </a:lnTo>
                <a:lnTo>
                  <a:pt x="1046" y="974"/>
                </a:lnTo>
                <a:lnTo>
                  <a:pt x="1058" y="995"/>
                </a:lnTo>
                <a:lnTo>
                  <a:pt x="1056" y="1021"/>
                </a:lnTo>
                <a:lnTo>
                  <a:pt x="1056" y="1040"/>
                </a:lnTo>
                <a:lnTo>
                  <a:pt x="1056" y="1065"/>
                </a:lnTo>
                <a:lnTo>
                  <a:pt x="1056" y="1103"/>
                </a:lnTo>
                <a:lnTo>
                  <a:pt x="1056" y="1119"/>
                </a:lnTo>
                <a:lnTo>
                  <a:pt x="1058" y="1133"/>
                </a:lnTo>
                <a:lnTo>
                  <a:pt x="1060" y="1152"/>
                </a:lnTo>
                <a:lnTo>
                  <a:pt x="1064" y="1166"/>
                </a:lnTo>
                <a:lnTo>
                  <a:pt x="1070" y="1186"/>
                </a:lnTo>
                <a:lnTo>
                  <a:pt x="1074" y="1200"/>
                </a:lnTo>
                <a:lnTo>
                  <a:pt x="1086" y="1225"/>
                </a:lnTo>
                <a:lnTo>
                  <a:pt x="1112" y="1277"/>
                </a:lnTo>
                <a:lnTo>
                  <a:pt x="1134" y="1318"/>
                </a:lnTo>
                <a:lnTo>
                  <a:pt x="1145" y="1341"/>
                </a:lnTo>
                <a:lnTo>
                  <a:pt x="1153" y="1362"/>
                </a:lnTo>
                <a:lnTo>
                  <a:pt x="1160" y="1382"/>
                </a:lnTo>
                <a:lnTo>
                  <a:pt x="1165" y="1401"/>
                </a:lnTo>
                <a:lnTo>
                  <a:pt x="1178" y="1442"/>
                </a:lnTo>
                <a:lnTo>
                  <a:pt x="1184" y="1468"/>
                </a:lnTo>
                <a:lnTo>
                  <a:pt x="1185" y="1507"/>
                </a:lnTo>
                <a:lnTo>
                  <a:pt x="1178" y="1532"/>
                </a:lnTo>
                <a:lnTo>
                  <a:pt x="1167" y="1539"/>
                </a:lnTo>
                <a:lnTo>
                  <a:pt x="1149" y="1568"/>
                </a:lnTo>
                <a:lnTo>
                  <a:pt x="1138" y="1588"/>
                </a:lnTo>
                <a:lnTo>
                  <a:pt x="1133" y="1629"/>
                </a:lnTo>
                <a:lnTo>
                  <a:pt x="1127" y="1644"/>
                </a:lnTo>
                <a:lnTo>
                  <a:pt x="1114" y="1660"/>
                </a:lnTo>
                <a:lnTo>
                  <a:pt x="1107" y="1672"/>
                </a:lnTo>
                <a:lnTo>
                  <a:pt x="1103" y="1683"/>
                </a:lnTo>
                <a:lnTo>
                  <a:pt x="1101" y="1692"/>
                </a:lnTo>
                <a:lnTo>
                  <a:pt x="1100" y="1700"/>
                </a:lnTo>
                <a:lnTo>
                  <a:pt x="1100" y="1709"/>
                </a:lnTo>
                <a:lnTo>
                  <a:pt x="1101" y="1713"/>
                </a:lnTo>
                <a:lnTo>
                  <a:pt x="1104" y="1719"/>
                </a:lnTo>
                <a:lnTo>
                  <a:pt x="1108" y="1723"/>
                </a:lnTo>
                <a:lnTo>
                  <a:pt x="1117" y="1724"/>
                </a:lnTo>
                <a:lnTo>
                  <a:pt x="1124" y="1724"/>
                </a:lnTo>
                <a:lnTo>
                  <a:pt x="1130" y="1723"/>
                </a:lnTo>
                <a:lnTo>
                  <a:pt x="1138" y="1719"/>
                </a:lnTo>
                <a:lnTo>
                  <a:pt x="1145" y="1711"/>
                </a:lnTo>
                <a:lnTo>
                  <a:pt x="1152" y="1696"/>
                </a:lnTo>
                <a:lnTo>
                  <a:pt x="1159" y="1677"/>
                </a:lnTo>
                <a:lnTo>
                  <a:pt x="1177" y="1653"/>
                </a:lnTo>
                <a:lnTo>
                  <a:pt x="1187" y="1651"/>
                </a:lnTo>
                <a:lnTo>
                  <a:pt x="1186" y="1670"/>
                </a:lnTo>
                <a:lnTo>
                  <a:pt x="1184" y="1691"/>
                </a:lnTo>
                <a:lnTo>
                  <a:pt x="1181" y="1712"/>
                </a:lnTo>
                <a:lnTo>
                  <a:pt x="1173" y="1726"/>
                </a:lnTo>
                <a:lnTo>
                  <a:pt x="1161" y="1737"/>
                </a:lnTo>
                <a:lnTo>
                  <a:pt x="1140" y="1746"/>
                </a:lnTo>
                <a:lnTo>
                  <a:pt x="1131" y="1749"/>
                </a:lnTo>
                <a:lnTo>
                  <a:pt x="1128" y="1755"/>
                </a:lnTo>
                <a:lnTo>
                  <a:pt x="1128" y="1763"/>
                </a:lnTo>
                <a:lnTo>
                  <a:pt x="1132" y="1768"/>
                </a:lnTo>
                <a:lnTo>
                  <a:pt x="1125" y="1771"/>
                </a:lnTo>
                <a:lnTo>
                  <a:pt x="1119" y="1776"/>
                </a:lnTo>
                <a:lnTo>
                  <a:pt x="1116" y="1781"/>
                </a:lnTo>
                <a:lnTo>
                  <a:pt x="1116" y="1788"/>
                </a:lnTo>
                <a:lnTo>
                  <a:pt x="1119" y="1794"/>
                </a:lnTo>
                <a:lnTo>
                  <a:pt x="1130" y="1799"/>
                </a:lnTo>
                <a:lnTo>
                  <a:pt x="1143" y="1814"/>
                </a:lnTo>
                <a:lnTo>
                  <a:pt x="1164" y="1817"/>
                </a:lnTo>
                <a:lnTo>
                  <a:pt x="1183" y="1814"/>
                </a:lnTo>
                <a:lnTo>
                  <a:pt x="1212" y="1798"/>
                </a:lnTo>
                <a:lnTo>
                  <a:pt x="1246" y="1768"/>
                </a:lnTo>
                <a:lnTo>
                  <a:pt x="1263" y="1728"/>
                </a:lnTo>
                <a:lnTo>
                  <a:pt x="1274" y="1699"/>
                </a:lnTo>
                <a:lnTo>
                  <a:pt x="1283" y="1665"/>
                </a:lnTo>
                <a:lnTo>
                  <a:pt x="1280" y="1634"/>
                </a:lnTo>
                <a:lnTo>
                  <a:pt x="1273" y="1591"/>
                </a:lnTo>
                <a:lnTo>
                  <a:pt x="1266" y="1549"/>
                </a:lnTo>
                <a:lnTo>
                  <a:pt x="1269" y="1541"/>
                </a:lnTo>
                <a:lnTo>
                  <a:pt x="1272" y="1527"/>
                </a:lnTo>
                <a:lnTo>
                  <a:pt x="1273" y="1516"/>
                </a:lnTo>
                <a:lnTo>
                  <a:pt x="1274" y="1498"/>
                </a:lnTo>
                <a:lnTo>
                  <a:pt x="1273" y="1471"/>
                </a:lnTo>
                <a:lnTo>
                  <a:pt x="1270" y="1441"/>
                </a:lnTo>
                <a:lnTo>
                  <a:pt x="1268" y="1376"/>
                </a:lnTo>
                <a:lnTo>
                  <a:pt x="1267" y="1341"/>
                </a:lnTo>
                <a:lnTo>
                  <a:pt x="1265" y="1307"/>
                </a:lnTo>
                <a:lnTo>
                  <a:pt x="1260" y="1229"/>
                </a:lnTo>
                <a:lnTo>
                  <a:pt x="1256" y="1169"/>
                </a:lnTo>
                <a:lnTo>
                  <a:pt x="1252" y="1131"/>
                </a:lnTo>
                <a:lnTo>
                  <a:pt x="1250" y="1105"/>
                </a:lnTo>
                <a:lnTo>
                  <a:pt x="1247" y="1087"/>
                </a:lnTo>
                <a:lnTo>
                  <a:pt x="1240" y="1067"/>
                </a:lnTo>
                <a:lnTo>
                  <a:pt x="1236" y="1053"/>
                </a:lnTo>
                <a:lnTo>
                  <a:pt x="1234" y="1039"/>
                </a:lnTo>
                <a:lnTo>
                  <a:pt x="1223" y="1016"/>
                </a:lnTo>
                <a:lnTo>
                  <a:pt x="1216" y="1001"/>
                </a:lnTo>
                <a:lnTo>
                  <a:pt x="1211" y="986"/>
                </a:lnTo>
                <a:lnTo>
                  <a:pt x="1203" y="973"/>
                </a:lnTo>
                <a:lnTo>
                  <a:pt x="1194" y="960"/>
                </a:lnTo>
                <a:lnTo>
                  <a:pt x="1187" y="952"/>
                </a:lnTo>
                <a:lnTo>
                  <a:pt x="1190" y="932"/>
                </a:lnTo>
                <a:lnTo>
                  <a:pt x="1191" y="913"/>
                </a:lnTo>
                <a:lnTo>
                  <a:pt x="1192" y="894"/>
                </a:lnTo>
                <a:lnTo>
                  <a:pt x="1193" y="876"/>
                </a:lnTo>
                <a:lnTo>
                  <a:pt x="1192" y="855"/>
                </a:lnTo>
                <a:lnTo>
                  <a:pt x="1188" y="830"/>
                </a:lnTo>
                <a:lnTo>
                  <a:pt x="1187" y="810"/>
                </a:lnTo>
                <a:lnTo>
                  <a:pt x="1185" y="790"/>
                </a:lnTo>
                <a:lnTo>
                  <a:pt x="1182" y="770"/>
                </a:lnTo>
                <a:lnTo>
                  <a:pt x="1179" y="753"/>
                </a:lnTo>
                <a:lnTo>
                  <a:pt x="1175" y="736"/>
                </a:lnTo>
                <a:lnTo>
                  <a:pt x="1172" y="719"/>
                </a:lnTo>
                <a:lnTo>
                  <a:pt x="1167" y="699"/>
                </a:lnTo>
                <a:lnTo>
                  <a:pt x="1163" y="684"/>
                </a:lnTo>
                <a:lnTo>
                  <a:pt x="1157" y="668"/>
                </a:lnTo>
                <a:lnTo>
                  <a:pt x="1149" y="649"/>
                </a:lnTo>
                <a:lnTo>
                  <a:pt x="1143" y="633"/>
                </a:lnTo>
                <a:lnTo>
                  <a:pt x="1140" y="621"/>
                </a:lnTo>
                <a:lnTo>
                  <a:pt x="1138" y="605"/>
                </a:lnTo>
                <a:lnTo>
                  <a:pt x="1143" y="573"/>
                </a:lnTo>
                <a:lnTo>
                  <a:pt x="1145" y="558"/>
                </a:lnTo>
                <a:lnTo>
                  <a:pt x="1145" y="547"/>
                </a:lnTo>
                <a:lnTo>
                  <a:pt x="1145" y="534"/>
                </a:lnTo>
                <a:lnTo>
                  <a:pt x="1140" y="509"/>
                </a:lnTo>
                <a:lnTo>
                  <a:pt x="1136" y="498"/>
                </a:lnTo>
                <a:lnTo>
                  <a:pt x="1131" y="479"/>
                </a:lnTo>
                <a:lnTo>
                  <a:pt x="1127" y="463"/>
                </a:lnTo>
                <a:lnTo>
                  <a:pt x="1122" y="449"/>
                </a:lnTo>
                <a:lnTo>
                  <a:pt x="1116" y="436"/>
                </a:lnTo>
                <a:lnTo>
                  <a:pt x="1106" y="423"/>
                </a:lnTo>
                <a:lnTo>
                  <a:pt x="1099" y="416"/>
                </a:lnTo>
                <a:lnTo>
                  <a:pt x="1089" y="407"/>
                </a:lnTo>
                <a:lnTo>
                  <a:pt x="1080" y="394"/>
                </a:lnTo>
                <a:lnTo>
                  <a:pt x="1071" y="381"/>
                </a:lnTo>
                <a:lnTo>
                  <a:pt x="1063" y="368"/>
                </a:lnTo>
                <a:lnTo>
                  <a:pt x="1048" y="357"/>
                </a:lnTo>
                <a:lnTo>
                  <a:pt x="1029" y="345"/>
                </a:lnTo>
                <a:lnTo>
                  <a:pt x="1003" y="340"/>
                </a:lnTo>
                <a:lnTo>
                  <a:pt x="972" y="326"/>
                </a:lnTo>
                <a:lnTo>
                  <a:pt x="947" y="311"/>
                </a:lnTo>
                <a:lnTo>
                  <a:pt x="917" y="300"/>
                </a:lnTo>
                <a:lnTo>
                  <a:pt x="883" y="284"/>
                </a:lnTo>
                <a:lnTo>
                  <a:pt x="851" y="271"/>
                </a:lnTo>
                <a:lnTo>
                  <a:pt x="836" y="265"/>
                </a:lnTo>
                <a:lnTo>
                  <a:pt x="809" y="257"/>
                </a:lnTo>
                <a:lnTo>
                  <a:pt x="790" y="252"/>
                </a:lnTo>
                <a:lnTo>
                  <a:pt x="769" y="245"/>
                </a:lnTo>
                <a:lnTo>
                  <a:pt x="757" y="222"/>
                </a:lnTo>
                <a:lnTo>
                  <a:pt x="753" y="189"/>
                </a:lnTo>
                <a:lnTo>
                  <a:pt x="762" y="0"/>
                </a:lnTo>
                <a:lnTo>
                  <a:pt x="642" y="0"/>
                </a:lnTo>
                <a:lnTo>
                  <a:pt x="513" y="17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SG"/>
          </a:p>
        </p:txBody>
      </p:sp>
      <p:grpSp>
        <p:nvGrpSpPr>
          <p:cNvPr id="4" name="Group 21"/>
          <p:cNvGrpSpPr>
            <a:grpSpLocks/>
          </p:cNvGrpSpPr>
          <p:nvPr/>
        </p:nvGrpSpPr>
        <p:grpSpPr bwMode="auto">
          <a:xfrm>
            <a:off x="1744930" y="3356102"/>
            <a:ext cx="485426" cy="686968"/>
            <a:chOff x="1162" y="2014"/>
            <a:chExt cx="368" cy="533"/>
          </a:xfrm>
          <a:solidFill>
            <a:schemeClr val="bg1"/>
          </a:solidFill>
        </p:grpSpPr>
        <p:sp>
          <p:nvSpPr>
            <p:cNvPr id="115" name="Line 10"/>
            <p:cNvSpPr>
              <a:spLocks noChangeShapeType="1"/>
            </p:cNvSpPr>
            <p:nvPr/>
          </p:nvSpPr>
          <p:spPr bwMode="auto">
            <a:xfrm>
              <a:off x="1222" y="2434"/>
              <a:ext cx="233" cy="0"/>
            </a:xfrm>
            <a:prstGeom prst="line">
              <a:avLst/>
            </a:prstGeom>
            <a:grpFill/>
            <a:ln w="254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16" name="Freeform 11"/>
            <p:cNvSpPr>
              <a:spLocks/>
            </p:cNvSpPr>
            <p:nvPr/>
          </p:nvSpPr>
          <p:spPr bwMode="auto">
            <a:xfrm>
              <a:off x="1162" y="2014"/>
              <a:ext cx="357" cy="520"/>
            </a:xfrm>
            <a:custGeom>
              <a:avLst/>
              <a:gdLst/>
              <a:ahLst/>
              <a:cxnLst>
                <a:cxn ang="0">
                  <a:pos x="213" y="2"/>
                </a:cxn>
                <a:cxn ang="0">
                  <a:pos x="255" y="15"/>
                </a:cxn>
                <a:cxn ang="0">
                  <a:pos x="291" y="39"/>
                </a:cxn>
                <a:cxn ang="0">
                  <a:pos x="316" y="69"/>
                </a:cxn>
                <a:cxn ang="0">
                  <a:pos x="332" y="105"/>
                </a:cxn>
                <a:cxn ang="0">
                  <a:pos x="337" y="137"/>
                </a:cxn>
                <a:cxn ang="0">
                  <a:pos x="338" y="224"/>
                </a:cxn>
                <a:cxn ang="0">
                  <a:pos x="349" y="217"/>
                </a:cxn>
                <a:cxn ang="0">
                  <a:pos x="356" y="232"/>
                </a:cxn>
                <a:cxn ang="0">
                  <a:pos x="349" y="258"/>
                </a:cxn>
                <a:cxn ang="0">
                  <a:pos x="335" y="283"/>
                </a:cxn>
                <a:cxn ang="0">
                  <a:pos x="334" y="324"/>
                </a:cxn>
                <a:cxn ang="0">
                  <a:pos x="328" y="342"/>
                </a:cxn>
                <a:cxn ang="0">
                  <a:pos x="313" y="351"/>
                </a:cxn>
                <a:cxn ang="0">
                  <a:pos x="308" y="399"/>
                </a:cxn>
                <a:cxn ang="0">
                  <a:pos x="294" y="440"/>
                </a:cxn>
                <a:cxn ang="0">
                  <a:pos x="261" y="475"/>
                </a:cxn>
                <a:cxn ang="0">
                  <a:pos x="226" y="503"/>
                </a:cxn>
                <a:cxn ang="0">
                  <a:pos x="197" y="518"/>
                </a:cxn>
                <a:cxn ang="0">
                  <a:pos x="161" y="517"/>
                </a:cxn>
                <a:cxn ang="0">
                  <a:pos x="129" y="503"/>
                </a:cxn>
                <a:cxn ang="0">
                  <a:pos x="116" y="490"/>
                </a:cxn>
                <a:cxn ang="0">
                  <a:pos x="92" y="473"/>
                </a:cxn>
                <a:cxn ang="0">
                  <a:pos x="70" y="447"/>
                </a:cxn>
                <a:cxn ang="0">
                  <a:pos x="51" y="403"/>
                </a:cxn>
                <a:cxn ang="0">
                  <a:pos x="44" y="350"/>
                </a:cxn>
                <a:cxn ang="0">
                  <a:pos x="30" y="346"/>
                </a:cxn>
                <a:cxn ang="0">
                  <a:pos x="25" y="335"/>
                </a:cxn>
                <a:cxn ang="0">
                  <a:pos x="19" y="287"/>
                </a:cxn>
                <a:cxn ang="0">
                  <a:pos x="9" y="262"/>
                </a:cxn>
                <a:cxn ang="0">
                  <a:pos x="0" y="236"/>
                </a:cxn>
                <a:cxn ang="0">
                  <a:pos x="4" y="221"/>
                </a:cxn>
                <a:cxn ang="0">
                  <a:pos x="19" y="224"/>
                </a:cxn>
                <a:cxn ang="0">
                  <a:pos x="22" y="138"/>
                </a:cxn>
                <a:cxn ang="0">
                  <a:pos x="27" y="104"/>
                </a:cxn>
                <a:cxn ang="0">
                  <a:pos x="46" y="64"/>
                </a:cxn>
                <a:cxn ang="0">
                  <a:pos x="73" y="35"/>
                </a:cxn>
                <a:cxn ang="0">
                  <a:pos x="120" y="10"/>
                </a:cxn>
                <a:cxn ang="0">
                  <a:pos x="165" y="1"/>
                </a:cxn>
              </a:cxnLst>
              <a:rect l="0" t="0" r="r" b="b"/>
              <a:pathLst>
                <a:path w="357" h="520">
                  <a:moveTo>
                    <a:pt x="186" y="0"/>
                  </a:moveTo>
                  <a:lnTo>
                    <a:pt x="213" y="2"/>
                  </a:lnTo>
                  <a:lnTo>
                    <a:pt x="236" y="7"/>
                  </a:lnTo>
                  <a:lnTo>
                    <a:pt x="255" y="15"/>
                  </a:lnTo>
                  <a:lnTo>
                    <a:pt x="273" y="24"/>
                  </a:lnTo>
                  <a:lnTo>
                    <a:pt x="291" y="39"/>
                  </a:lnTo>
                  <a:lnTo>
                    <a:pt x="305" y="52"/>
                  </a:lnTo>
                  <a:lnTo>
                    <a:pt x="316" y="69"/>
                  </a:lnTo>
                  <a:lnTo>
                    <a:pt x="325" y="84"/>
                  </a:lnTo>
                  <a:lnTo>
                    <a:pt x="332" y="105"/>
                  </a:lnTo>
                  <a:lnTo>
                    <a:pt x="335" y="119"/>
                  </a:lnTo>
                  <a:lnTo>
                    <a:pt x="337" y="137"/>
                  </a:lnTo>
                  <a:lnTo>
                    <a:pt x="338" y="157"/>
                  </a:lnTo>
                  <a:lnTo>
                    <a:pt x="338" y="224"/>
                  </a:lnTo>
                  <a:lnTo>
                    <a:pt x="342" y="217"/>
                  </a:lnTo>
                  <a:lnTo>
                    <a:pt x="349" y="217"/>
                  </a:lnTo>
                  <a:lnTo>
                    <a:pt x="353" y="221"/>
                  </a:lnTo>
                  <a:lnTo>
                    <a:pt x="356" y="232"/>
                  </a:lnTo>
                  <a:lnTo>
                    <a:pt x="354" y="247"/>
                  </a:lnTo>
                  <a:lnTo>
                    <a:pt x="349" y="258"/>
                  </a:lnTo>
                  <a:lnTo>
                    <a:pt x="340" y="274"/>
                  </a:lnTo>
                  <a:lnTo>
                    <a:pt x="335" y="283"/>
                  </a:lnTo>
                  <a:lnTo>
                    <a:pt x="334" y="295"/>
                  </a:lnTo>
                  <a:lnTo>
                    <a:pt x="334" y="324"/>
                  </a:lnTo>
                  <a:lnTo>
                    <a:pt x="332" y="335"/>
                  </a:lnTo>
                  <a:lnTo>
                    <a:pt x="328" y="342"/>
                  </a:lnTo>
                  <a:lnTo>
                    <a:pt x="323" y="348"/>
                  </a:lnTo>
                  <a:lnTo>
                    <a:pt x="313" y="351"/>
                  </a:lnTo>
                  <a:lnTo>
                    <a:pt x="312" y="373"/>
                  </a:lnTo>
                  <a:lnTo>
                    <a:pt x="308" y="399"/>
                  </a:lnTo>
                  <a:lnTo>
                    <a:pt x="302" y="421"/>
                  </a:lnTo>
                  <a:lnTo>
                    <a:pt x="294" y="440"/>
                  </a:lnTo>
                  <a:lnTo>
                    <a:pt x="282" y="457"/>
                  </a:lnTo>
                  <a:lnTo>
                    <a:pt x="261" y="475"/>
                  </a:lnTo>
                  <a:lnTo>
                    <a:pt x="246" y="487"/>
                  </a:lnTo>
                  <a:lnTo>
                    <a:pt x="226" y="503"/>
                  </a:lnTo>
                  <a:lnTo>
                    <a:pt x="207" y="513"/>
                  </a:lnTo>
                  <a:lnTo>
                    <a:pt x="197" y="518"/>
                  </a:lnTo>
                  <a:lnTo>
                    <a:pt x="181" y="519"/>
                  </a:lnTo>
                  <a:lnTo>
                    <a:pt x="161" y="517"/>
                  </a:lnTo>
                  <a:lnTo>
                    <a:pt x="145" y="511"/>
                  </a:lnTo>
                  <a:lnTo>
                    <a:pt x="129" y="503"/>
                  </a:lnTo>
                  <a:lnTo>
                    <a:pt x="122" y="496"/>
                  </a:lnTo>
                  <a:lnTo>
                    <a:pt x="116" y="490"/>
                  </a:lnTo>
                  <a:lnTo>
                    <a:pt x="104" y="481"/>
                  </a:lnTo>
                  <a:lnTo>
                    <a:pt x="92" y="473"/>
                  </a:lnTo>
                  <a:lnTo>
                    <a:pt x="79" y="461"/>
                  </a:lnTo>
                  <a:lnTo>
                    <a:pt x="70" y="447"/>
                  </a:lnTo>
                  <a:lnTo>
                    <a:pt x="58" y="427"/>
                  </a:lnTo>
                  <a:lnTo>
                    <a:pt x="51" y="403"/>
                  </a:lnTo>
                  <a:lnTo>
                    <a:pt x="46" y="377"/>
                  </a:lnTo>
                  <a:lnTo>
                    <a:pt x="44" y="350"/>
                  </a:lnTo>
                  <a:lnTo>
                    <a:pt x="37" y="349"/>
                  </a:lnTo>
                  <a:lnTo>
                    <a:pt x="30" y="346"/>
                  </a:lnTo>
                  <a:lnTo>
                    <a:pt x="27" y="342"/>
                  </a:lnTo>
                  <a:lnTo>
                    <a:pt x="25" y="335"/>
                  </a:lnTo>
                  <a:lnTo>
                    <a:pt x="23" y="325"/>
                  </a:lnTo>
                  <a:lnTo>
                    <a:pt x="19" y="287"/>
                  </a:lnTo>
                  <a:lnTo>
                    <a:pt x="13" y="275"/>
                  </a:lnTo>
                  <a:lnTo>
                    <a:pt x="9" y="262"/>
                  </a:lnTo>
                  <a:lnTo>
                    <a:pt x="2" y="246"/>
                  </a:lnTo>
                  <a:lnTo>
                    <a:pt x="0" y="236"/>
                  </a:lnTo>
                  <a:lnTo>
                    <a:pt x="1" y="228"/>
                  </a:lnTo>
                  <a:lnTo>
                    <a:pt x="4" y="221"/>
                  </a:lnTo>
                  <a:lnTo>
                    <a:pt x="11" y="220"/>
                  </a:lnTo>
                  <a:lnTo>
                    <a:pt x="19" y="224"/>
                  </a:lnTo>
                  <a:lnTo>
                    <a:pt x="19" y="161"/>
                  </a:lnTo>
                  <a:lnTo>
                    <a:pt x="22" y="138"/>
                  </a:lnTo>
                  <a:lnTo>
                    <a:pt x="24" y="119"/>
                  </a:lnTo>
                  <a:lnTo>
                    <a:pt x="27" y="104"/>
                  </a:lnTo>
                  <a:lnTo>
                    <a:pt x="34" y="83"/>
                  </a:lnTo>
                  <a:lnTo>
                    <a:pt x="46" y="64"/>
                  </a:lnTo>
                  <a:lnTo>
                    <a:pt x="56" y="50"/>
                  </a:lnTo>
                  <a:lnTo>
                    <a:pt x="73" y="35"/>
                  </a:lnTo>
                  <a:lnTo>
                    <a:pt x="96" y="19"/>
                  </a:lnTo>
                  <a:lnTo>
                    <a:pt x="120" y="10"/>
                  </a:lnTo>
                  <a:lnTo>
                    <a:pt x="144" y="5"/>
                  </a:lnTo>
                  <a:lnTo>
                    <a:pt x="165" y="1"/>
                  </a:lnTo>
                  <a:lnTo>
                    <a:pt x="186" y="0"/>
                  </a:lnTo>
                </a:path>
              </a:pathLst>
            </a:custGeom>
            <a:grpFill/>
            <a:ln w="12700" cap="rnd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17" name="Freeform 12"/>
            <p:cNvSpPr>
              <a:spLocks/>
            </p:cNvSpPr>
            <p:nvPr/>
          </p:nvSpPr>
          <p:spPr bwMode="auto">
            <a:xfrm>
              <a:off x="1162" y="2017"/>
              <a:ext cx="368" cy="530"/>
            </a:xfrm>
            <a:custGeom>
              <a:avLst/>
              <a:gdLst/>
              <a:ahLst/>
              <a:cxnLst>
                <a:cxn ang="0">
                  <a:pos x="220" y="2"/>
                </a:cxn>
                <a:cxn ang="0">
                  <a:pos x="263" y="15"/>
                </a:cxn>
                <a:cxn ang="0">
                  <a:pos x="300" y="40"/>
                </a:cxn>
                <a:cxn ang="0">
                  <a:pos x="326" y="71"/>
                </a:cxn>
                <a:cxn ang="0">
                  <a:pos x="342" y="107"/>
                </a:cxn>
                <a:cxn ang="0">
                  <a:pos x="346" y="140"/>
                </a:cxn>
                <a:cxn ang="0">
                  <a:pos x="347" y="229"/>
                </a:cxn>
                <a:cxn ang="0">
                  <a:pos x="360" y="221"/>
                </a:cxn>
                <a:cxn ang="0">
                  <a:pos x="367" y="237"/>
                </a:cxn>
                <a:cxn ang="0">
                  <a:pos x="360" y="263"/>
                </a:cxn>
                <a:cxn ang="0">
                  <a:pos x="345" y="289"/>
                </a:cxn>
                <a:cxn ang="0">
                  <a:pos x="344" y="330"/>
                </a:cxn>
                <a:cxn ang="0">
                  <a:pos x="338" y="349"/>
                </a:cxn>
                <a:cxn ang="0">
                  <a:pos x="323" y="358"/>
                </a:cxn>
                <a:cxn ang="0">
                  <a:pos x="318" y="406"/>
                </a:cxn>
                <a:cxn ang="0">
                  <a:pos x="303" y="449"/>
                </a:cxn>
                <a:cxn ang="0">
                  <a:pos x="268" y="484"/>
                </a:cxn>
                <a:cxn ang="0">
                  <a:pos x="233" y="512"/>
                </a:cxn>
                <a:cxn ang="0">
                  <a:pos x="203" y="528"/>
                </a:cxn>
                <a:cxn ang="0">
                  <a:pos x="167" y="527"/>
                </a:cxn>
                <a:cxn ang="0">
                  <a:pos x="133" y="512"/>
                </a:cxn>
                <a:cxn ang="0">
                  <a:pos x="119" y="500"/>
                </a:cxn>
                <a:cxn ang="0">
                  <a:pos x="96" y="482"/>
                </a:cxn>
                <a:cxn ang="0">
                  <a:pos x="72" y="456"/>
                </a:cxn>
                <a:cxn ang="0">
                  <a:pos x="52" y="411"/>
                </a:cxn>
                <a:cxn ang="0">
                  <a:pos x="45" y="357"/>
                </a:cxn>
                <a:cxn ang="0">
                  <a:pos x="31" y="352"/>
                </a:cxn>
                <a:cxn ang="0">
                  <a:pos x="26" y="342"/>
                </a:cxn>
                <a:cxn ang="0">
                  <a:pos x="21" y="292"/>
                </a:cxn>
                <a:cxn ang="0">
                  <a:pos x="9" y="268"/>
                </a:cxn>
                <a:cxn ang="0">
                  <a:pos x="0" y="240"/>
                </a:cxn>
                <a:cxn ang="0">
                  <a:pos x="4" y="225"/>
                </a:cxn>
                <a:cxn ang="0">
                  <a:pos x="21" y="229"/>
                </a:cxn>
                <a:cxn ang="0">
                  <a:pos x="23" y="140"/>
                </a:cxn>
                <a:cxn ang="0">
                  <a:pos x="28" y="106"/>
                </a:cxn>
                <a:cxn ang="0">
                  <a:pos x="47" y="65"/>
                </a:cxn>
                <a:cxn ang="0">
                  <a:pos x="75" y="35"/>
                </a:cxn>
                <a:cxn ang="0">
                  <a:pos x="123" y="11"/>
                </a:cxn>
                <a:cxn ang="0">
                  <a:pos x="171" y="1"/>
                </a:cxn>
              </a:cxnLst>
              <a:rect l="0" t="0" r="r" b="b"/>
              <a:pathLst>
                <a:path w="368" h="530">
                  <a:moveTo>
                    <a:pt x="191" y="0"/>
                  </a:moveTo>
                  <a:lnTo>
                    <a:pt x="220" y="2"/>
                  </a:lnTo>
                  <a:lnTo>
                    <a:pt x="244" y="7"/>
                  </a:lnTo>
                  <a:lnTo>
                    <a:pt x="263" y="15"/>
                  </a:lnTo>
                  <a:lnTo>
                    <a:pt x="281" y="25"/>
                  </a:lnTo>
                  <a:lnTo>
                    <a:pt x="300" y="40"/>
                  </a:lnTo>
                  <a:lnTo>
                    <a:pt x="315" y="53"/>
                  </a:lnTo>
                  <a:lnTo>
                    <a:pt x="326" y="71"/>
                  </a:lnTo>
                  <a:lnTo>
                    <a:pt x="335" y="86"/>
                  </a:lnTo>
                  <a:lnTo>
                    <a:pt x="342" y="107"/>
                  </a:lnTo>
                  <a:lnTo>
                    <a:pt x="345" y="121"/>
                  </a:lnTo>
                  <a:lnTo>
                    <a:pt x="346" y="140"/>
                  </a:lnTo>
                  <a:lnTo>
                    <a:pt x="347" y="160"/>
                  </a:lnTo>
                  <a:lnTo>
                    <a:pt x="347" y="229"/>
                  </a:lnTo>
                  <a:lnTo>
                    <a:pt x="352" y="221"/>
                  </a:lnTo>
                  <a:lnTo>
                    <a:pt x="360" y="221"/>
                  </a:lnTo>
                  <a:lnTo>
                    <a:pt x="364" y="225"/>
                  </a:lnTo>
                  <a:lnTo>
                    <a:pt x="367" y="237"/>
                  </a:lnTo>
                  <a:lnTo>
                    <a:pt x="365" y="252"/>
                  </a:lnTo>
                  <a:lnTo>
                    <a:pt x="360" y="263"/>
                  </a:lnTo>
                  <a:lnTo>
                    <a:pt x="350" y="279"/>
                  </a:lnTo>
                  <a:lnTo>
                    <a:pt x="345" y="289"/>
                  </a:lnTo>
                  <a:lnTo>
                    <a:pt x="344" y="300"/>
                  </a:lnTo>
                  <a:lnTo>
                    <a:pt x="344" y="330"/>
                  </a:lnTo>
                  <a:lnTo>
                    <a:pt x="342" y="342"/>
                  </a:lnTo>
                  <a:lnTo>
                    <a:pt x="338" y="349"/>
                  </a:lnTo>
                  <a:lnTo>
                    <a:pt x="333" y="355"/>
                  </a:lnTo>
                  <a:lnTo>
                    <a:pt x="323" y="358"/>
                  </a:lnTo>
                  <a:lnTo>
                    <a:pt x="322" y="381"/>
                  </a:lnTo>
                  <a:lnTo>
                    <a:pt x="318" y="406"/>
                  </a:lnTo>
                  <a:lnTo>
                    <a:pt x="311" y="429"/>
                  </a:lnTo>
                  <a:lnTo>
                    <a:pt x="303" y="449"/>
                  </a:lnTo>
                  <a:lnTo>
                    <a:pt x="291" y="465"/>
                  </a:lnTo>
                  <a:lnTo>
                    <a:pt x="268" y="484"/>
                  </a:lnTo>
                  <a:lnTo>
                    <a:pt x="254" y="496"/>
                  </a:lnTo>
                  <a:lnTo>
                    <a:pt x="233" y="512"/>
                  </a:lnTo>
                  <a:lnTo>
                    <a:pt x="214" y="523"/>
                  </a:lnTo>
                  <a:lnTo>
                    <a:pt x="203" y="528"/>
                  </a:lnTo>
                  <a:lnTo>
                    <a:pt x="186" y="529"/>
                  </a:lnTo>
                  <a:lnTo>
                    <a:pt x="167" y="527"/>
                  </a:lnTo>
                  <a:lnTo>
                    <a:pt x="149" y="521"/>
                  </a:lnTo>
                  <a:lnTo>
                    <a:pt x="133" y="512"/>
                  </a:lnTo>
                  <a:lnTo>
                    <a:pt x="125" y="505"/>
                  </a:lnTo>
                  <a:lnTo>
                    <a:pt x="119" y="500"/>
                  </a:lnTo>
                  <a:lnTo>
                    <a:pt x="107" y="490"/>
                  </a:lnTo>
                  <a:lnTo>
                    <a:pt x="96" y="482"/>
                  </a:lnTo>
                  <a:lnTo>
                    <a:pt x="81" y="470"/>
                  </a:lnTo>
                  <a:lnTo>
                    <a:pt x="72" y="456"/>
                  </a:lnTo>
                  <a:lnTo>
                    <a:pt x="60" y="435"/>
                  </a:lnTo>
                  <a:lnTo>
                    <a:pt x="52" y="411"/>
                  </a:lnTo>
                  <a:lnTo>
                    <a:pt x="47" y="384"/>
                  </a:lnTo>
                  <a:lnTo>
                    <a:pt x="45" y="357"/>
                  </a:lnTo>
                  <a:lnTo>
                    <a:pt x="38" y="356"/>
                  </a:lnTo>
                  <a:lnTo>
                    <a:pt x="31" y="352"/>
                  </a:lnTo>
                  <a:lnTo>
                    <a:pt x="28" y="349"/>
                  </a:lnTo>
                  <a:lnTo>
                    <a:pt x="26" y="342"/>
                  </a:lnTo>
                  <a:lnTo>
                    <a:pt x="24" y="331"/>
                  </a:lnTo>
                  <a:lnTo>
                    <a:pt x="21" y="292"/>
                  </a:lnTo>
                  <a:lnTo>
                    <a:pt x="14" y="280"/>
                  </a:lnTo>
                  <a:lnTo>
                    <a:pt x="9" y="268"/>
                  </a:lnTo>
                  <a:lnTo>
                    <a:pt x="2" y="251"/>
                  </a:lnTo>
                  <a:lnTo>
                    <a:pt x="0" y="240"/>
                  </a:lnTo>
                  <a:lnTo>
                    <a:pt x="1" y="232"/>
                  </a:lnTo>
                  <a:lnTo>
                    <a:pt x="4" y="225"/>
                  </a:lnTo>
                  <a:lnTo>
                    <a:pt x="11" y="224"/>
                  </a:lnTo>
                  <a:lnTo>
                    <a:pt x="21" y="229"/>
                  </a:lnTo>
                  <a:lnTo>
                    <a:pt x="21" y="164"/>
                  </a:lnTo>
                  <a:lnTo>
                    <a:pt x="23" y="140"/>
                  </a:lnTo>
                  <a:lnTo>
                    <a:pt x="25" y="121"/>
                  </a:lnTo>
                  <a:lnTo>
                    <a:pt x="28" y="106"/>
                  </a:lnTo>
                  <a:lnTo>
                    <a:pt x="35" y="85"/>
                  </a:lnTo>
                  <a:lnTo>
                    <a:pt x="47" y="65"/>
                  </a:lnTo>
                  <a:lnTo>
                    <a:pt x="58" y="51"/>
                  </a:lnTo>
                  <a:lnTo>
                    <a:pt x="75" y="35"/>
                  </a:lnTo>
                  <a:lnTo>
                    <a:pt x="100" y="19"/>
                  </a:lnTo>
                  <a:lnTo>
                    <a:pt x="123" y="11"/>
                  </a:lnTo>
                  <a:lnTo>
                    <a:pt x="148" y="5"/>
                  </a:lnTo>
                  <a:lnTo>
                    <a:pt x="171" y="1"/>
                  </a:lnTo>
                  <a:lnTo>
                    <a:pt x="191" y="0"/>
                  </a:lnTo>
                </a:path>
              </a:pathLst>
            </a:custGeom>
            <a:grp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18" name="Freeform 13"/>
            <p:cNvSpPr>
              <a:spLocks/>
            </p:cNvSpPr>
            <p:nvPr/>
          </p:nvSpPr>
          <p:spPr bwMode="auto">
            <a:xfrm>
              <a:off x="1366" y="2220"/>
              <a:ext cx="103" cy="56"/>
            </a:xfrm>
            <a:custGeom>
              <a:avLst/>
              <a:gdLst/>
              <a:ahLst/>
              <a:cxnLst>
                <a:cxn ang="0">
                  <a:pos x="0" y="55"/>
                </a:cxn>
                <a:cxn ang="0">
                  <a:pos x="3" y="41"/>
                </a:cxn>
                <a:cxn ang="0">
                  <a:pos x="7" y="28"/>
                </a:cxn>
                <a:cxn ang="0">
                  <a:pos x="10" y="18"/>
                </a:cxn>
                <a:cxn ang="0">
                  <a:pos x="13" y="12"/>
                </a:cxn>
                <a:cxn ang="0">
                  <a:pos x="19" y="6"/>
                </a:cxn>
                <a:cxn ang="0">
                  <a:pos x="25" y="2"/>
                </a:cxn>
                <a:cxn ang="0">
                  <a:pos x="34" y="0"/>
                </a:cxn>
                <a:cxn ang="0">
                  <a:pos x="45" y="0"/>
                </a:cxn>
                <a:cxn ang="0">
                  <a:pos x="60" y="2"/>
                </a:cxn>
                <a:cxn ang="0">
                  <a:pos x="75" y="6"/>
                </a:cxn>
                <a:cxn ang="0">
                  <a:pos x="91" y="10"/>
                </a:cxn>
                <a:cxn ang="0">
                  <a:pos x="102" y="16"/>
                </a:cxn>
              </a:cxnLst>
              <a:rect l="0" t="0" r="r" b="b"/>
              <a:pathLst>
                <a:path w="103" h="56">
                  <a:moveTo>
                    <a:pt x="0" y="55"/>
                  </a:moveTo>
                  <a:lnTo>
                    <a:pt x="3" y="41"/>
                  </a:lnTo>
                  <a:lnTo>
                    <a:pt x="7" y="28"/>
                  </a:lnTo>
                  <a:lnTo>
                    <a:pt x="10" y="18"/>
                  </a:lnTo>
                  <a:lnTo>
                    <a:pt x="13" y="12"/>
                  </a:lnTo>
                  <a:lnTo>
                    <a:pt x="19" y="6"/>
                  </a:lnTo>
                  <a:lnTo>
                    <a:pt x="25" y="2"/>
                  </a:lnTo>
                  <a:lnTo>
                    <a:pt x="34" y="0"/>
                  </a:lnTo>
                  <a:lnTo>
                    <a:pt x="45" y="0"/>
                  </a:lnTo>
                  <a:lnTo>
                    <a:pt x="60" y="2"/>
                  </a:lnTo>
                  <a:lnTo>
                    <a:pt x="75" y="6"/>
                  </a:lnTo>
                  <a:lnTo>
                    <a:pt x="91" y="10"/>
                  </a:lnTo>
                  <a:lnTo>
                    <a:pt x="102" y="16"/>
                  </a:lnTo>
                </a:path>
              </a:pathLst>
            </a:custGeom>
            <a:grp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19" name="Freeform 14"/>
            <p:cNvSpPr>
              <a:spLocks/>
            </p:cNvSpPr>
            <p:nvPr/>
          </p:nvSpPr>
          <p:spPr bwMode="auto">
            <a:xfrm>
              <a:off x="1387" y="2240"/>
              <a:ext cx="71" cy="25"/>
            </a:xfrm>
            <a:custGeom>
              <a:avLst/>
              <a:gdLst/>
              <a:ahLst/>
              <a:cxnLst>
                <a:cxn ang="0">
                  <a:pos x="0" y="18"/>
                </a:cxn>
                <a:cxn ang="0">
                  <a:pos x="5" y="13"/>
                </a:cxn>
                <a:cxn ang="0">
                  <a:pos x="12" y="7"/>
                </a:cxn>
                <a:cxn ang="0">
                  <a:pos x="19" y="2"/>
                </a:cxn>
                <a:cxn ang="0">
                  <a:pos x="25" y="1"/>
                </a:cxn>
                <a:cxn ang="0">
                  <a:pos x="37" y="0"/>
                </a:cxn>
                <a:cxn ang="0">
                  <a:pos x="50" y="2"/>
                </a:cxn>
                <a:cxn ang="0">
                  <a:pos x="57" y="7"/>
                </a:cxn>
                <a:cxn ang="0">
                  <a:pos x="65" y="11"/>
                </a:cxn>
                <a:cxn ang="0">
                  <a:pos x="70" y="16"/>
                </a:cxn>
                <a:cxn ang="0">
                  <a:pos x="63" y="19"/>
                </a:cxn>
                <a:cxn ang="0">
                  <a:pos x="51" y="23"/>
                </a:cxn>
                <a:cxn ang="0">
                  <a:pos x="39" y="24"/>
                </a:cxn>
                <a:cxn ang="0">
                  <a:pos x="24" y="23"/>
                </a:cxn>
                <a:cxn ang="0">
                  <a:pos x="13" y="22"/>
                </a:cxn>
                <a:cxn ang="0">
                  <a:pos x="0" y="18"/>
                </a:cxn>
              </a:cxnLst>
              <a:rect l="0" t="0" r="r" b="b"/>
              <a:pathLst>
                <a:path w="71" h="25">
                  <a:moveTo>
                    <a:pt x="0" y="18"/>
                  </a:moveTo>
                  <a:lnTo>
                    <a:pt x="5" y="13"/>
                  </a:lnTo>
                  <a:lnTo>
                    <a:pt x="12" y="7"/>
                  </a:lnTo>
                  <a:lnTo>
                    <a:pt x="19" y="2"/>
                  </a:lnTo>
                  <a:lnTo>
                    <a:pt x="25" y="1"/>
                  </a:lnTo>
                  <a:lnTo>
                    <a:pt x="37" y="0"/>
                  </a:lnTo>
                  <a:lnTo>
                    <a:pt x="50" y="2"/>
                  </a:lnTo>
                  <a:lnTo>
                    <a:pt x="57" y="7"/>
                  </a:lnTo>
                  <a:lnTo>
                    <a:pt x="65" y="11"/>
                  </a:lnTo>
                  <a:lnTo>
                    <a:pt x="70" y="16"/>
                  </a:lnTo>
                  <a:lnTo>
                    <a:pt x="63" y="19"/>
                  </a:lnTo>
                  <a:lnTo>
                    <a:pt x="51" y="23"/>
                  </a:lnTo>
                  <a:lnTo>
                    <a:pt x="39" y="24"/>
                  </a:lnTo>
                  <a:lnTo>
                    <a:pt x="24" y="23"/>
                  </a:lnTo>
                  <a:lnTo>
                    <a:pt x="13" y="22"/>
                  </a:lnTo>
                  <a:lnTo>
                    <a:pt x="0" y="18"/>
                  </a:lnTo>
                </a:path>
              </a:pathLst>
            </a:custGeom>
            <a:grp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20" name="Freeform 15"/>
            <p:cNvSpPr>
              <a:spLocks/>
            </p:cNvSpPr>
            <p:nvPr/>
          </p:nvSpPr>
          <p:spPr bwMode="auto">
            <a:xfrm>
              <a:off x="1233" y="2219"/>
              <a:ext cx="103" cy="56"/>
            </a:xfrm>
            <a:custGeom>
              <a:avLst/>
              <a:gdLst/>
              <a:ahLst/>
              <a:cxnLst>
                <a:cxn ang="0">
                  <a:pos x="102" y="55"/>
                </a:cxn>
                <a:cxn ang="0">
                  <a:pos x="99" y="41"/>
                </a:cxn>
                <a:cxn ang="0">
                  <a:pos x="95" y="28"/>
                </a:cxn>
                <a:cxn ang="0">
                  <a:pos x="91" y="18"/>
                </a:cxn>
                <a:cxn ang="0">
                  <a:pos x="87" y="9"/>
                </a:cxn>
                <a:cxn ang="0">
                  <a:pos x="83" y="5"/>
                </a:cxn>
                <a:cxn ang="0">
                  <a:pos x="75" y="0"/>
                </a:cxn>
                <a:cxn ang="0">
                  <a:pos x="67" y="0"/>
                </a:cxn>
                <a:cxn ang="0">
                  <a:pos x="57" y="0"/>
                </a:cxn>
                <a:cxn ang="0">
                  <a:pos x="42" y="2"/>
                </a:cxn>
                <a:cxn ang="0">
                  <a:pos x="27" y="6"/>
                </a:cxn>
                <a:cxn ang="0">
                  <a:pos x="12" y="10"/>
                </a:cxn>
                <a:cxn ang="0">
                  <a:pos x="0" y="16"/>
                </a:cxn>
              </a:cxnLst>
              <a:rect l="0" t="0" r="r" b="b"/>
              <a:pathLst>
                <a:path w="103" h="56">
                  <a:moveTo>
                    <a:pt x="102" y="55"/>
                  </a:moveTo>
                  <a:lnTo>
                    <a:pt x="99" y="41"/>
                  </a:lnTo>
                  <a:lnTo>
                    <a:pt x="95" y="28"/>
                  </a:lnTo>
                  <a:lnTo>
                    <a:pt x="91" y="18"/>
                  </a:lnTo>
                  <a:lnTo>
                    <a:pt x="87" y="9"/>
                  </a:lnTo>
                  <a:lnTo>
                    <a:pt x="83" y="5"/>
                  </a:lnTo>
                  <a:lnTo>
                    <a:pt x="75" y="0"/>
                  </a:lnTo>
                  <a:lnTo>
                    <a:pt x="67" y="0"/>
                  </a:lnTo>
                  <a:lnTo>
                    <a:pt x="57" y="0"/>
                  </a:lnTo>
                  <a:lnTo>
                    <a:pt x="42" y="2"/>
                  </a:lnTo>
                  <a:lnTo>
                    <a:pt x="27" y="6"/>
                  </a:lnTo>
                  <a:lnTo>
                    <a:pt x="12" y="10"/>
                  </a:lnTo>
                  <a:lnTo>
                    <a:pt x="0" y="16"/>
                  </a:lnTo>
                </a:path>
              </a:pathLst>
            </a:custGeom>
            <a:grp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21" name="Freeform 16"/>
            <p:cNvSpPr>
              <a:spLocks/>
            </p:cNvSpPr>
            <p:nvPr/>
          </p:nvSpPr>
          <p:spPr bwMode="auto">
            <a:xfrm>
              <a:off x="1243" y="2238"/>
              <a:ext cx="72" cy="27"/>
            </a:xfrm>
            <a:custGeom>
              <a:avLst/>
              <a:gdLst/>
              <a:ahLst/>
              <a:cxnLst>
                <a:cxn ang="0">
                  <a:pos x="71" y="20"/>
                </a:cxn>
                <a:cxn ang="0">
                  <a:pos x="66" y="14"/>
                </a:cxn>
                <a:cxn ang="0">
                  <a:pos x="60" y="7"/>
                </a:cxn>
                <a:cxn ang="0">
                  <a:pos x="51" y="2"/>
                </a:cxn>
                <a:cxn ang="0">
                  <a:pos x="45" y="1"/>
                </a:cxn>
                <a:cxn ang="0">
                  <a:pos x="34" y="0"/>
                </a:cxn>
                <a:cxn ang="0">
                  <a:pos x="21" y="2"/>
                </a:cxn>
                <a:cxn ang="0">
                  <a:pos x="13" y="7"/>
                </a:cxn>
                <a:cxn ang="0">
                  <a:pos x="5" y="12"/>
                </a:cxn>
                <a:cxn ang="0">
                  <a:pos x="0" y="17"/>
                </a:cxn>
                <a:cxn ang="0">
                  <a:pos x="7" y="21"/>
                </a:cxn>
                <a:cxn ang="0">
                  <a:pos x="20" y="25"/>
                </a:cxn>
                <a:cxn ang="0">
                  <a:pos x="32" y="26"/>
                </a:cxn>
                <a:cxn ang="0">
                  <a:pos x="46" y="25"/>
                </a:cxn>
                <a:cxn ang="0">
                  <a:pos x="58" y="24"/>
                </a:cxn>
                <a:cxn ang="0">
                  <a:pos x="71" y="20"/>
                </a:cxn>
              </a:cxnLst>
              <a:rect l="0" t="0" r="r" b="b"/>
              <a:pathLst>
                <a:path w="72" h="27">
                  <a:moveTo>
                    <a:pt x="71" y="20"/>
                  </a:moveTo>
                  <a:lnTo>
                    <a:pt x="66" y="14"/>
                  </a:lnTo>
                  <a:lnTo>
                    <a:pt x="60" y="7"/>
                  </a:lnTo>
                  <a:lnTo>
                    <a:pt x="51" y="2"/>
                  </a:lnTo>
                  <a:lnTo>
                    <a:pt x="45" y="1"/>
                  </a:lnTo>
                  <a:lnTo>
                    <a:pt x="34" y="0"/>
                  </a:lnTo>
                  <a:lnTo>
                    <a:pt x="21" y="2"/>
                  </a:lnTo>
                  <a:lnTo>
                    <a:pt x="13" y="7"/>
                  </a:lnTo>
                  <a:lnTo>
                    <a:pt x="5" y="12"/>
                  </a:lnTo>
                  <a:lnTo>
                    <a:pt x="0" y="17"/>
                  </a:lnTo>
                  <a:lnTo>
                    <a:pt x="7" y="21"/>
                  </a:lnTo>
                  <a:lnTo>
                    <a:pt x="20" y="25"/>
                  </a:lnTo>
                  <a:lnTo>
                    <a:pt x="32" y="26"/>
                  </a:lnTo>
                  <a:lnTo>
                    <a:pt x="46" y="25"/>
                  </a:lnTo>
                  <a:lnTo>
                    <a:pt x="58" y="24"/>
                  </a:lnTo>
                  <a:lnTo>
                    <a:pt x="71" y="20"/>
                  </a:lnTo>
                </a:path>
              </a:pathLst>
            </a:custGeom>
            <a:grp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22" name="Freeform 17"/>
            <p:cNvSpPr>
              <a:spLocks/>
            </p:cNvSpPr>
            <p:nvPr/>
          </p:nvSpPr>
          <p:spPr bwMode="auto">
            <a:xfrm>
              <a:off x="1315" y="2362"/>
              <a:ext cx="67" cy="27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" y="7"/>
                </a:cxn>
                <a:cxn ang="0">
                  <a:pos x="0" y="14"/>
                </a:cxn>
                <a:cxn ang="0">
                  <a:pos x="2" y="18"/>
                </a:cxn>
                <a:cxn ang="0">
                  <a:pos x="7" y="21"/>
                </a:cxn>
                <a:cxn ang="0">
                  <a:pos x="15" y="22"/>
                </a:cxn>
                <a:cxn ang="0">
                  <a:pos x="23" y="25"/>
                </a:cxn>
                <a:cxn ang="0">
                  <a:pos x="35" y="26"/>
                </a:cxn>
                <a:cxn ang="0">
                  <a:pos x="43" y="26"/>
                </a:cxn>
                <a:cxn ang="0">
                  <a:pos x="47" y="25"/>
                </a:cxn>
                <a:cxn ang="0">
                  <a:pos x="53" y="22"/>
                </a:cxn>
                <a:cxn ang="0">
                  <a:pos x="60" y="21"/>
                </a:cxn>
                <a:cxn ang="0">
                  <a:pos x="65" y="17"/>
                </a:cxn>
                <a:cxn ang="0">
                  <a:pos x="66" y="12"/>
                </a:cxn>
                <a:cxn ang="0">
                  <a:pos x="65" y="2"/>
                </a:cxn>
                <a:cxn ang="0">
                  <a:pos x="63" y="0"/>
                </a:cxn>
              </a:cxnLst>
              <a:rect l="0" t="0" r="r" b="b"/>
              <a:pathLst>
                <a:path w="67" h="27">
                  <a:moveTo>
                    <a:pt x="3" y="0"/>
                  </a:moveTo>
                  <a:lnTo>
                    <a:pt x="1" y="7"/>
                  </a:lnTo>
                  <a:lnTo>
                    <a:pt x="0" y="14"/>
                  </a:lnTo>
                  <a:lnTo>
                    <a:pt x="2" y="18"/>
                  </a:lnTo>
                  <a:lnTo>
                    <a:pt x="7" y="21"/>
                  </a:lnTo>
                  <a:lnTo>
                    <a:pt x="15" y="22"/>
                  </a:lnTo>
                  <a:lnTo>
                    <a:pt x="23" y="25"/>
                  </a:lnTo>
                  <a:lnTo>
                    <a:pt x="35" y="26"/>
                  </a:lnTo>
                  <a:lnTo>
                    <a:pt x="43" y="26"/>
                  </a:lnTo>
                  <a:lnTo>
                    <a:pt x="47" y="25"/>
                  </a:lnTo>
                  <a:lnTo>
                    <a:pt x="53" y="22"/>
                  </a:lnTo>
                  <a:lnTo>
                    <a:pt x="60" y="21"/>
                  </a:lnTo>
                  <a:lnTo>
                    <a:pt x="65" y="17"/>
                  </a:lnTo>
                  <a:lnTo>
                    <a:pt x="66" y="12"/>
                  </a:lnTo>
                  <a:lnTo>
                    <a:pt x="65" y="2"/>
                  </a:lnTo>
                  <a:lnTo>
                    <a:pt x="63" y="0"/>
                  </a:lnTo>
                </a:path>
              </a:pathLst>
            </a:custGeom>
            <a:grp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23" name="Oval 18"/>
            <p:cNvSpPr>
              <a:spLocks noChangeArrowheads="1"/>
            </p:cNvSpPr>
            <p:nvPr/>
          </p:nvSpPr>
          <p:spPr bwMode="auto">
            <a:xfrm>
              <a:off x="1275" y="2245"/>
              <a:ext cx="8" cy="11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24" name="Oval 19"/>
            <p:cNvSpPr>
              <a:spLocks noChangeArrowheads="1"/>
            </p:cNvSpPr>
            <p:nvPr/>
          </p:nvSpPr>
          <p:spPr bwMode="auto">
            <a:xfrm>
              <a:off x="1417" y="2246"/>
              <a:ext cx="8" cy="11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25" name="Line 20"/>
            <p:cNvSpPr>
              <a:spLocks noChangeShapeType="1"/>
            </p:cNvSpPr>
            <p:nvPr/>
          </p:nvSpPr>
          <p:spPr bwMode="auto">
            <a:xfrm>
              <a:off x="1306" y="2453"/>
              <a:ext cx="82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cs typeface="+mn-cs"/>
              </a:endParaRPr>
            </a:p>
          </p:txBody>
        </p:sp>
      </p:grpSp>
      <p:sp>
        <p:nvSpPr>
          <p:cNvPr id="10260" name="Freeform 23"/>
          <p:cNvSpPr>
            <a:spLocks/>
          </p:cNvSpPr>
          <p:nvPr/>
        </p:nvSpPr>
        <p:spPr bwMode="auto">
          <a:xfrm>
            <a:off x="4181475" y="1611313"/>
            <a:ext cx="1289050" cy="1589087"/>
          </a:xfrm>
          <a:custGeom>
            <a:avLst/>
            <a:gdLst>
              <a:gd name="T0" fmla="*/ 938114800 w 978"/>
              <a:gd name="T1" fmla="*/ 2043028289 h 1233"/>
              <a:gd name="T2" fmla="*/ 1066670486 w 978"/>
              <a:gd name="T3" fmla="*/ 1905164414 h 1233"/>
              <a:gd name="T4" fmla="*/ 1299461259 w 978"/>
              <a:gd name="T5" fmla="*/ 1775606833 h 1233"/>
              <a:gd name="T6" fmla="*/ 1587844935 w 978"/>
              <a:gd name="T7" fmla="*/ 1694218031 h 1233"/>
              <a:gd name="T8" fmla="*/ 1573947451 w 978"/>
              <a:gd name="T9" fmla="*/ 1566321710 h 1233"/>
              <a:gd name="T10" fmla="*/ 1474923920 w 978"/>
              <a:gd name="T11" fmla="*/ 1358696556 h 1233"/>
              <a:gd name="T12" fmla="*/ 1667758107 w 978"/>
              <a:gd name="T13" fmla="*/ 1048089777 h 1233"/>
              <a:gd name="T14" fmla="*/ 1690342837 w 978"/>
              <a:gd name="T15" fmla="*/ 837143395 h 1233"/>
              <a:gd name="T16" fmla="*/ 1690342837 w 978"/>
              <a:gd name="T17" fmla="*/ 589654308 h 1233"/>
              <a:gd name="T18" fmla="*/ 1474923920 w 978"/>
              <a:gd name="T19" fmla="*/ 205963975 h 1233"/>
              <a:gd name="T20" fmla="*/ 1396747934 w 978"/>
              <a:gd name="T21" fmla="*/ 144506374 h 1233"/>
              <a:gd name="T22" fmla="*/ 1205650602 w 978"/>
              <a:gd name="T23" fmla="*/ 61456292 h 1233"/>
              <a:gd name="T24" fmla="*/ 785235881 w 978"/>
              <a:gd name="T25" fmla="*/ 0 h 1233"/>
              <a:gd name="T26" fmla="*/ 562868056 w 978"/>
              <a:gd name="T27" fmla="*/ 24915028 h 1233"/>
              <a:gd name="T28" fmla="*/ 403041713 w 978"/>
              <a:gd name="T29" fmla="*/ 93016367 h 1233"/>
              <a:gd name="T30" fmla="*/ 309229656 w 978"/>
              <a:gd name="T31" fmla="*/ 131218880 h 1233"/>
              <a:gd name="T32" fmla="*/ 185885527 w 978"/>
              <a:gd name="T33" fmla="*/ 302301531 h 1233"/>
              <a:gd name="T34" fmla="*/ 128555727 w 978"/>
              <a:gd name="T35" fmla="*/ 481689229 h 1233"/>
              <a:gd name="T36" fmla="*/ 92073512 w 978"/>
              <a:gd name="T37" fmla="*/ 548129278 h 1233"/>
              <a:gd name="T38" fmla="*/ 57329780 w 978"/>
              <a:gd name="T39" fmla="*/ 602941803 h 1233"/>
              <a:gd name="T40" fmla="*/ 85124749 w 978"/>
              <a:gd name="T41" fmla="*/ 709245785 h 1233"/>
              <a:gd name="T42" fmla="*/ 114658242 w 978"/>
              <a:gd name="T43" fmla="*/ 775685834 h 1233"/>
              <a:gd name="T44" fmla="*/ 71227265 w 978"/>
              <a:gd name="T45" fmla="*/ 933480950 h 1233"/>
              <a:gd name="T46" fmla="*/ 20847550 w 978"/>
              <a:gd name="T47" fmla="*/ 1068022308 h 1233"/>
              <a:gd name="T48" fmla="*/ 0 w 978"/>
              <a:gd name="T49" fmla="*/ 1112868568 h 1233"/>
              <a:gd name="T50" fmla="*/ 36482225 w 978"/>
              <a:gd name="T51" fmla="*/ 1197579888 h 1233"/>
              <a:gd name="T52" fmla="*/ 123344170 w 978"/>
              <a:gd name="T53" fmla="*/ 1210867382 h 1233"/>
              <a:gd name="T54" fmla="*/ 145928900 w 978"/>
              <a:gd name="T55" fmla="*/ 1278968690 h 1233"/>
              <a:gd name="T56" fmla="*/ 442998299 w 978"/>
              <a:gd name="T57" fmla="*/ 1338763704 h 1233"/>
              <a:gd name="T58" fmla="*/ 215419000 w 978"/>
              <a:gd name="T59" fmla="*/ 1418492858 h 1233"/>
              <a:gd name="T60" fmla="*/ 231053670 w 978"/>
              <a:gd name="T61" fmla="*/ 1458356630 h 1233"/>
              <a:gd name="T62" fmla="*/ 251901215 w 978"/>
              <a:gd name="T63" fmla="*/ 1493237913 h 1233"/>
              <a:gd name="T64" fmla="*/ 258849957 w 978"/>
              <a:gd name="T65" fmla="*/ 1559676674 h 1233"/>
              <a:gd name="T66" fmla="*/ 279697502 w 978"/>
              <a:gd name="T67" fmla="*/ 1660998006 h 1233"/>
              <a:gd name="T68" fmla="*/ 361347941 w 978"/>
              <a:gd name="T69" fmla="*/ 1740726839 h 1233"/>
              <a:gd name="T70" fmla="*/ 467320215 w 978"/>
              <a:gd name="T71" fmla="*/ 1747370586 h 1233"/>
              <a:gd name="T72" fmla="*/ 628883744 w 978"/>
              <a:gd name="T73" fmla="*/ 1665980495 h 1233"/>
              <a:gd name="T74" fmla="*/ 734856182 w 978"/>
              <a:gd name="T75" fmla="*/ 1660998006 h 1233"/>
              <a:gd name="T76" fmla="*/ 793923127 w 978"/>
              <a:gd name="T77" fmla="*/ 1802183111 h 1233"/>
              <a:gd name="T78" fmla="*/ 837354084 w 978"/>
              <a:gd name="T79" fmla="*/ 1921774426 h 1233"/>
              <a:gd name="T80" fmla="*/ 823455281 w 978"/>
              <a:gd name="T81" fmla="*/ 1993198252 h 1233"/>
              <a:gd name="T82" fmla="*/ 922478812 w 978"/>
              <a:gd name="T83" fmla="*/ 2046349518 h 1233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978"/>
              <a:gd name="T127" fmla="*/ 0 h 1233"/>
              <a:gd name="T128" fmla="*/ 978 w 978"/>
              <a:gd name="T129" fmla="*/ 1233 h 1233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978" h="1233">
                <a:moveTo>
                  <a:pt x="546" y="1232"/>
                </a:moveTo>
                <a:lnTo>
                  <a:pt x="540" y="1230"/>
                </a:lnTo>
                <a:lnTo>
                  <a:pt x="565" y="1186"/>
                </a:lnTo>
                <a:lnTo>
                  <a:pt x="614" y="1147"/>
                </a:lnTo>
                <a:lnTo>
                  <a:pt x="665" y="1121"/>
                </a:lnTo>
                <a:lnTo>
                  <a:pt x="748" y="1069"/>
                </a:lnTo>
                <a:lnTo>
                  <a:pt x="856" y="1028"/>
                </a:lnTo>
                <a:lnTo>
                  <a:pt x="914" y="1020"/>
                </a:lnTo>
                <a:lnTo>
                  <a:pt x="969" y="1040"/>
                </a:lnTo>
                <a:lnTo>
                  <a:pt x="906" y="943"/>
                </a:lnTo>
                <a:lnTo>
                  <a:pt x="886" y="871"/>
                </a:lnTo>
                <a:lnTo>
                  <a:pt x="849" y="818"/>
                </a:lnTo>
                <a:lnTo>
                  <a:pt x="944" y="673"/>
                </a:lnTo>
                <a:lnTo>
                  <a:pt x="960" y="631"/>
                </a:lnTo>
                <a:lnTo>
                  <a:pt x="965" y="573"/>
                </a:lnTo>
                <a:lnTo>
                  <a:pt x="973" y="504"/>
                </a:lnTo>
                <a:lnTo>
                  <a:pt x="977" y="451"/>
                </a:lnTo>
                <a:lnTo>
                  <a:pt x="973" y="355"/>
                </a:lnTo>
                <a:lnTo>
                  <a:pt x="931" y="242"/>
                </a:lnTo>
                <a:lnTo>
                  <a:pt x="849" y="124"/>
                </a:lnTo>
                <a:lnTo>
                  <a:pt x="825" y="96"/>
                </a:lnTo>
                <a:lnTo>
                  <a:pt x="804" y="87"/>
                </a:lnTo>
                <a:lnTo>
                  <a:pt x="777" y="77"/>
                </a:lnTo>
                <a:lnTo>
                  <a:pt x="694" y="37"/>
                </a:lnTo>
                <a:lnTo>
                  <a:pt x="648" y="24"/>
                </a:lnTo>
                <a:lnTo>
                  <a:pt x="452" y="0"/>
                </a:lnTo>
                <a:lnTo>
                  <a:pt x="353" y="15"/>
                </a:lnTo>
                <a:lnTo>
                  <a:pt x="324" y="15"/>
                </a:lnTo>
                <a:lnTo>
                  <a:pt x="274" y="35"/>
                </a:lnTo>
                <a:lnTo>
                  <a:pt x="232" y="56"/>
                </a:lnTo>
                <a:lnTo>
                  <a:pt x="206" y="69"/>
                </a:lnTo>
                <a:lnTo>
                  <a:pt x="178" y="79"/>
                </a:lnTo>
                <a:lnTo>
                  <a:pt x="141" y="128"/>
                </a:lnTo>
                <a:lnTo>
                  <a:pt x="107" y="182"/>
                </a:lnTo>
                <a:lnTo>
                  <a:pt x="86" y="253"/>
                </a:lnTo>
                <a:lnTo>
                  <a:pt x="74" y="290"/>
                </a:lnTo>
                <a:lnTo>
                  <a:pt x="66" y="306"/>
                </a:lnTo>
                <a:lnTo>
                  <a:pt x="53" y="330"/>
                </a:lnTo>
                <a:lnTo>
                  <a:pt x="40" y="346"/>
                </a:lnTo>
                <a:lnTo>
                  <a:pt x="33" y="363"/>
                </a:lnTo>
                <a:lnTo>
                  <a:pt x="29" y="392"/>
                </a:lnTo>
                <a:lnTo>
                  <a:pt x="49" y="427"/>
                </a:lnTo>
                <a:lnTo>
                  <a:pt x="58" y="452"/>
                </a:lnTo>
                <a:lnTo>
                  <a:pt x="66" y="467"/>
                </a:lnTo>
                <a:lnTo>
                  <a:pt x="54" y="504"/>
                </a:lnTo>
                <a:lnTo>
                  <a:pt x="41" y="562"/>
                </a:lnTo>
                <a:lnTo>
                  <a:pt x="21" y="608"/>
                </a:lnTo>
                <a:lnTo>
                  <a:pt x="12" y="643"/>
                </a:lnTo>
                <a:lnTo>
                  <a:pt x="8" y="662"/>
                </a:lnTo>
                <a:lnTo>
                  <a:pt x="0" y="670"/>
                </a:lnTo>
                <a:lnTo>
                  <a:pt x="4" y="690"/>
                </a:lnTo>
                <a:lnTo>
                  <a:pt x="21" y="721"/>
                </a:lnTo>
                <a:lnTo>
                  <a:pt x="70" y="729"/>
                </a:lnTo>
                <a:lnTo>
                  <a:pt x="71" y="729"/>
                </a:lnTo>
                <a:lnTo>
                  <a:pt x="100" y="799"/>
                </a:lnTo>
                <a:lnTo>
                  <a:pt x="84" y="770"/>
                </a:lnTo>
                <a:lnTo>
                  <a:pt x="117" y="814"/>
                </a:lnTo>
                <a:lnTo>
                  <a:pt x="255" y="806"/>
                </a:lnTo>
                <a:lnTo>
                  <a:pt x="117" y="819"/>
                </a:lnTo>
                <a:lnTo>
                  <a:pt x="124" y="854"/>
                </a:lnTo>
                <a:lnTo>
                  <a:pt x="123" y="866"/>
                </a:lnTo>
                <a:lnTo>
                  <a:pt x="133" y="878"/>
                </a:lnTo>
                <a:lnTo>
                  <a:pt x="136" y="892"/>
                </a:lnTo>
                <a:lnTo>
                  <a:pt x="145" y="899"/>
                </a:lnTo>
                <a:lnTo>
                  <a:pt x="149" y="907"/>
                </a:lnTo>
                <a:lnTo>
                  <a:pt x="149" y="939"/>
                </a:lnTo>
                <a:lnTo>
                  <a:pt x="151" y="970"/>
                </a:lnTo>
                <a:lnTo>
                  <a:pt x="161" y="1000"/>
                </a:lnTo>
                <a:lnTo>
                  <a:pt x="182" y="1036"/>
                </a:lnTo>
                <a:lnTo>
                  <a:pt x="208" y="1048"/>
                </a:lnTo>
                <a:lnTo>
                  <a:pt x="240" y="1057"/>
                </a:lnTo>
                <a:lnTo>
                  <a:pt x="269" y="1052"/>
                </a:lnTo>
                <a:lnTo>
                  <a:pt x="320" y="1032"/>
                </a:lnTo>
                <a:lnTo>
                  <a:pt x="362" y="1003"/>
                </a:lnTo>
                <a:lnTo>
                  <a:pt x="403" y="1000"/>
                </a:lnTo>
                <a:lnTo>
                  <a:pt x="423" y="1000"/>
                </a:lnTo>
                <a:lnTo>
                  <a:pt x="419" y="1040"/>
                </a:lnTo>
                <a:lnTo>
                  <a:pt x="457" y="1085"/>
                </a:lnTo>
                <a:lnTo>
                  <a:pt x="465" y="1124"/>
                </a:lnTo>
                <a:lnTo>
                  <a:pt x="482" y="1157"/>
                </a:lnTo>
                <a:lnTo>
                  <a:pt x="474" y="1210"/>
                </a:lnTo>
                <a:lnTo>
                  <a:pt x="474" y="1200"/>
                </a:lnTo>
                <a:lnTo>
                  <a:pt x="466" y="1226"/>
                </a:lnTo>
                <a:lnTo>
                  <a:pt x="531" y="1232"/>
                </a:lnTo>
                <a:lnTo>
                  <a:pt x="546" y="1232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SG"/>
          </a:p>
        </p:txBody>
      </p:sp>
      <p:sp>
        <p:nvSpPr>
          <p:cNvPr id="10261" name="Freeform 24"/>
          <p:cNvSpPr>
            <a:spLocks/>
          </p:cNvSpPr>
          <p:nvPr/>
        </p:nvSpPr>
        <p:spPr bwMode="auto">
          <a:xfrm>
            <a:off x="4267200" y="2182813"/>
            <a:ext cx="161925" cy="85725"/>
          </a:xfrm>
          <a:custGeom>
            <a:avLst/>
            <a:gdLst>
              <a:gd name="T0" fmla="*/ 211435902 w 123"/>
              <a:gd name="T1" fmla="*/ 77604489 h 66"/>
              <a:gd name="T2" fmla="*/ 166374646 w 123"/>
              <a:gd name="T3" fmla="*/ 70855597 h 66"/>
              <a:gd name="T4" fmla="*/ 117849817 w 123"/>
              <a:gd name="T5" fmla="*/ 45549848 h 66"/>
              <a:gd name="T6" fmla="*/ 86653591 w 123"/>
              <a:gd name="T7" fmla="*/ 28680205 h 66"/>
              <a:gd name="T8" fmla="*/ 45059919 w 123"/>
              <a:gd name="T9" fmla="*/ 20244084 h 66"/>
              <a:gd name="T10" fmla="*/ 0 w 123"/>
              <a:gd name="T11" fmla="*/ 0 h 66"/>
              <a:gd name="T12" fmla="*/ 43327454 w 123"/>
              <a:gd name="T13" fmla="*/ 28680205 h 66"/>
              <a:gd name="T14" fmla="*/ 90119838 w 123"/>
              <a:gd name="T15" fmla="*/ 57359111 h 66"/>
              <a:gd name="T16" fmla="*/ 97052333 w 123"/>
              <a:gd name="T17" fmla="*/ 102910258 h 66"/>
              <a:gd name="T18" fmla="*/ 128247242 w 123"/>
              <a:gd name="T19" fmla="*/ 109657851 h 66"/>
              <a:gd name="T20" fmla="*/ 121314748 w 123"/>
              <a:gd name="T21" fmla="*/ 80977636 h 66"/>
              <a:gd name="T22" fmla="*/ 128247242 w 123"/>
              <a:gd name="T23" fmla="*/ 64108003 h 66"/>
              <a:gd name="T24" fmla="*/ 211435902 w 123"/>
              <a:gd name="T25" fmla="*/ 77604489 h 6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23"/>
              <a:gd name="T40" fmla="*/ 0 h 66"/>
              <a:gd name="T41" fmla="*/ 123 w 123"/>
              <a:gd name="T42" fmla="*/ 66 h 6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23" h="66">
                <a:moveTo>
                  <a:pt x="122" y="46"/>
                </a:moveTo>
                <a:lnTo>
                  <a:pt x="96" y="42"/>
                </a:lnTo>
                <a:lnTo>
                  <a:pt x="68" y="27"/>
                </a:lnTo>
                <a:lnTo>
                  <a:pt x="50" y="17"/>
                </a:lnTo>
                <a:lnTo>
                  <a:pt x="26" y="12"/>
                </a:lnTo>
                <a:lnTo>
                  <a:pt x="0" y="0"/>
                </a:lnTo>
                <a:lnTo>
                  <a:pt x="25" y="17"/>
                </a:lnTo>
                <a:lnTo>
                  <a:pt x="52" y="34"/>
                </a:lnTo>
                <a:lnTo>
                  <a:pt x="56" y="61"/>
                </a:lnTo>
                <a:lnTo>
                  <a:pt x="74" y="65"/>
                </a:lnTo>
                <a:lnTo>
                  <a:pt x="70" y="48"/>
                </a:lnTo>
                <a:lnTo>
                  <a:pt x="74" y="38"/>
                </a:lnTo>
                <a:lnTo>
                  <a:pt x="122" y="46"/>
                </a:lnTo>
              </a:path>
            </a:pathLst>
          </a:custGeom>
          <a:noFill/>
          <a:ln w="254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SG"/>
          </a:p>
        </p:txBody>
      </p:sp>
      <p:sp>
        <p:nvSpPr>
          <p:cNvPr id="10262" name="Line 25"/>
          <p:cNvSpPr>
            <a:spLocks noChangeShapeType="1"/>
          </p:cNvSpPr>
          <p:nvPr/>
        </p:nvSpPr>
        <p:spPr bwMode="auto">
          <a:xfrm flipH="1" flipV="1">
            <a:off x="5065713" y="2309813"/>
            <a:ext cx="60325" cy="301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SG"/>
          </a:p>
        </p:txBody>
      </p:sp>
      <p:sp>
        <p:nvSpPr>
          <p:cNvPr id="10263" name="Line 26"/>
          <p:cNvSpPr>
            <a:spLocks noChangeShapeType="1"/>
          </p:cNvSpPr>
          <p:nvPr/>
        </p:nvSpPr>
        <p:spPr bwMode="auto">
          <a:xfrm>
            <a:off x="5083175" y="2305050"/>
            <a:ext cx="15875" cy="95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SG"/>
          </a:p>
        </p:txBody>
      </p:sp>
      <p:sp>
        <p:nvSpPr>
          <p:cNvPr id="10264" name="Freeform 27"/>
          <p:cNvSpPr>
            <a:spLocks/>
          </p:cNvSpPr>
          <p:nvPr/>
        </p:nvSpPr>
        <p:spPr bwMode="auto">
          <a:xfrm>
            <a:off x="4827588" y="2193925"/>
            <a:ext cx="282575" cy="315913"/>
          </a:xfrm>
          <a:custGeom>
            <a:avLst/>
            <a:gdLst>
              <a:gd name="T0" fmla="*/ 13818576 w 215"/>
              <a:gd name="T1" fmla="*/ 309254331 h 245"/>
              <a:gd name="T2" fmla="*/ 39730044 w 215"/>
              <a:gd name="T3" fmla="*/ 279326417 h 245"/>
              <a:gd name="T4" fmla="*/ 55276932 w 215"/>
              <a:gd name="T5" fmla="*/ 229446991 h 245"/>
              <a:gd name="T6" fmla="*/ 65640203 w 215"/>
              <a:gd name="T7" fmla="*/ 174578719 h 245"/>
              <a:gd name="T8" fmla="*/ 65640203 w 215"/>
              <a:gd name="T9" fmla="*/ 116386229 h 245"/>
              <a:gd name="T10" fmla="*/ 76004788 w 215"/>
              <a:gd name="T11" fmla="*/ 64843404 h 245"/>
              <a:gd name="T12" fmla="*/ 89824694 w 215"/>
              <a:gd name="T13" fmla="*/ 26602457 h 245"/>
              <a:gd name="T14" fmla="*/ 119190142 w 215"/>
              <a:gd name="T15" fmla="*/ 19951518 h 245"/>
              <a:gd name="T16" fmla="*/ 145100291 w 215"/>
              <a:gd name="T17" fmla="*/ 8313025 h 245"/>
              <a:gd name="T18" fmla="*/ 184830366 w 215"/>
              <a:gd name="T19" fmla="*/ 1662089 h 245"/>
              <a:gd name="T20" fmla="*/ 229742692 w 215"/>
              <a:gd name="T21" fmla="*/ 1662089 h 245"/>
              <a:gd name="T22" fmla="*/ 269472726 w 215"/>
              <a:gd name="T23" fmla="*/ 9976404 h 245"/>
              <a:gd name="T24" fmla="*/ 305748774 w 215"/>
              <a:gd name="T25" fmla="*/ 24940368 h 245"/>
              <a:gd name="T26" fmla="*/ 333385915 w 215"/>
              <a:gd name="T27" fmla="*/ 51542825 h 245"/>
              <a:gd name="T28" fmla="*/ 354115168 w 215"/>
              <a:gd name="T29" fmla="*/ 81470739 h 245"/>
              <a:gd name="T30" fmla="*/ 364479753 w 215"/>
              <a:gd name="T31" fmla="*/ 108073206 h 245"/>
              <a:gd name="T32" fmla="*/ 369662046 w 215"/>
              <a:gd name="T33" fmla="*/ 133012275 h 245"/>
              <a:gd name="T34" fmla="*/ 361024453 w 215"/>
              <a:gd name="T35" fmla="*/ 176242097 h 245"/>
              <a:gd name="T36" fmla="*/ 355842161 w 215"/>
              <a:gd name="T37" fmla="*/ 202844544 h 245"/>
              <a:gd name="T38" fmla="*/ 336841215 w 215"/>
              <a:gd name="T39" fmla="*/ 222796057 h 245"/>
              <a:gd name="T40" fmla="*/ 321294337 w 215"/>
              <a:gd name="T41" fmla="*/ 241085481 h 245"/>
              <a:gd name="T42" fmla="*/ 295384189 w 215"/>
              <a:gd name="T43" fmla="*/ 271013394 h 245"/>
              <a:gd name="T44" fmla="*/ 267745733 w 215"/>
              <a:gd name="T45" fmla="*/ 299277930 h 245"/>
              <a:gd name="T46" fmla="*/ 248744870 w 215"/>
              <a:gd name="T47" fmla="*/ 320892821 h 245"/>
              <a:gd name="T48" fmla="*/ 236651977 w 215"/>
              <a:gd name="T49" fmla="*/ 337518867 h 245"/>
              <a:gd name="T50" fmla="*/ 222833407 w 215"/>
              <a:gd name="T51" fmla="*/ 347495349 h 245"/>
              <a:gd name="T52" fmla="*/ 193467958 w 215"/>
              <a:gd name="T53" fmla="*/ 355808371 h 245"/>
              <a:gd name="T54" fmla="*/ 167556454 w 215"/>
              <a:gd name="T55" fmla="*/ 367446861 h 245"/>
              <a:gd name="T56" fmla="*/ 138191006 w 215"/>
              <a:gd name="T57" fmla="*/ 385736285 h 245"/>
              <a:gd name="T58" fmla="*/ 114007850 w 215"/>
              <a:gd name="T59" fmla="*/ 399038153 h 245"/>
              <a:gd name="T60" fmla="*/ 95006986 w 215"/>
              <a:gd name="T61" fmla="*/ 405689088 h 245"/>
              <a:gd name="T62" fmla="*/ 74277795 w 215"/>
              <a:gd name="T63" fmla="*/ 402363620 h 245"/>
              <a:gd name="T64" fmla="*/ 58730918 w 215"/>
              <a:gd name="T65" fmla="*/ 392387219 h 245"/>
              <a:gd name="T66" fmla="*/ 38003051 w 215"/>
              <a:gd name="T67" fmla="*/ 370772328 h 245"/>
              <a:gd name="T68" fmla="*/ 19000868 w 215"/>
              <a:gd name="T69" fmla="*/ 349158727 h 245"/>
              <a:gd name="T70" fmla="*/ 6909288 w 215"/>
              <a:gd name="T71" fmla="*/ 344169881 h 245"/>
              <a:gd name="T72" fmla="*/ 3455301 w 215"/>
              <a:gd name="T73" fmla="*/ 325880377 h 245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w 215"/>
              <a:gd name="T112" fmla="*/ 0 h 245"/>
              <a:gd name="T113" fmla="*/ 215 w 215"/>
              <a:gd name="T114" fmla="*/ 245 h 245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T111" t="T112" r="T113" b="T114"/>
            <a:pathLst>
              <a:path w="215" h="245">
                <a:moveTo>
                  <a:pt x="2" y="196"/>
                </a:moveTo>
                <a:lnTo>
                  <a:pt x="8" y="186"/>
                </a:lnTo>
                <a:lnTo>
                  <a:pt x="14" y="176"/>
                </a:lnTo>
                <a:lnTo>
                  <a:pt x="23" y="168"/>
                </a:lnTo>
                <a:lnTo>
                  <a:pt x="29" y="156"/>
                </a:lnTo>
                <a:lnTo>
                  <a:pt x="32" y="138"/>
                </a:lnTo>
                <a:lnTo>
                  <a:pt x="35" y="122"/>
                </a:lnTo>
                <a:lnTo>
                  <a:pt x="38" y="105"/>
                </a:lnTo>
                <a:lnTo>
                  <a:pt x="39" y="84"/>
                </a:lnTo>
                <a:lnTo>
                  <a:pt x="38" y="70"/>
                </a:lnTo>
                <a:lnTo>
                  <a:pt x="40" y="53"/>
                </a:lnTo>
                <a:lnTo>
                  <a:pt x="44" y="39"/>
                </a:lnTo>
                <a:lnTo>
                  <a:pt x="48" y="26"/>
                </a:lnTo>
                <a:lnTo>
                  <a:pt x="52" y="16"/>
                </a:lnTo>
                <a:lnTo>
                  <a:pt x="62" y="15"/>
                </a:lnTo>
                <a:lnTo>
                  <a:pt x="69" y="12"/>
                </a:lnTo>
                <a:lnTo>
                  <a:pt x="76" y="8"/>
                </a:lnTo>
                <a:lnTo>
                  <a:pt x="84" y="5"/>
                </a:lnTo>
                <a:lnTo>
                  <a:pt x="95" y="2"/>
                </a:lnTo>
                <a:lnTo>
                  <a:pt x="107" y="1"/>
                </a:lnTo>
                <a:lnTo>
                  <a:pt x="119" y="0"/>
                </a:lnTo>
                <a:lnTo>
                  <a:pt x="133" y="1"/>
                </a:lnTo>
                <a:lnTo>
                  <a:pt x="145" y="3"/>
                </a:lnTo>
                <a:lnTo>
                  <a:pt x="156" y="6"/>
                </a:lnTo>
                <a:lnTo>
                  <a:pt x="167" y="10"/>
                </a:lnTo>
                <a:lnTo>
                  <a:pt x="177" y="15"/>
                </a:lnTo>
                <a:lnTo>
                  <a:pt x="186" y="23"/>
                </a:lnTo>
                <a:lnTo>
                  <a:pt x="193" y="31"/>
                </a:lnTo>
                <a:lnTo>
                  <a:pt x="200" y="41"/>
                </a:lnTo>
                <a:lnTo>
                  <a:pt x="205" y="49"/>
                </a:lnTo>
                <a:lnTo>
                  <a:pt x="208" y="56"/>
                </a:lnTo>
                <a:lnTo>
                  <a:pt x="211" y="65"/>
                </a:lnTo>
                <a:lnTo>
                  <a:pt x="214" y="73"/>
                </a:lnTo>
                <a:lnTo>
                  <a:pt x="214" y="80"/>
                </a:lnTo>
                <a:lnTo>
                  <a:pt x="212" y="94"/>
                </a:lnTo>
                <a:lnTo>
                  <a:pt x="209" y="106"/>
                </a:lnTo>
                <a:lnTo>
                  <a:pt x="208" y="116"/>
                </a:lnTo>
                <a:lnTo>
                  <a:pt x="206" y="122"/>
                </a:lnTo>
                <a:lnTo>
                  <a:pt x="202" y="128"/>
                </a:lnTo>
                <a:lnTo>
                  <a:pt x="195" y="134"/>
                </a:lnTo>
                <a:lnTo>
                  <a:pt x="191" y="140"/>
                </a:lnTo>
                <a:lnTo>
                  <a:pt x="186" y="145"/>
                </a:lnTo>
                <a:lnTo>
                  <a:pt x="179" y="152"/>
                </a:lnTo>
                <a:lnTo>
                  <a:pt x="171" y="163"/>
                </a:lnTo>
                <a:lnTo>
                  <a:pt x="163" y="171"/>
                </a:lnTo>
                <a:lnTo>
                  <a:pt x="155" y="180"/>
                </a:lnTo>
                <a:lnTo>
                  <a:pt x="149" y="186"/>
                </a:lnTo>
                <a:lnTo>
                  <a:pt x="144" y="193"/>
                </a:lnTo>
                <a:lnTo>
                  <a:pt x="140" y="198"/>
                </a:lnTo>
                <a:lnTo>
                  <a:pt x="137" y="203"/>
                </a:lnTo>
                <a:lnTo>
                  <a:pt x="134" y="206"/>
                </a:lnTo>
                <a:lnTo>
                  <a:pt x="129" y="209"/>
                </a:lnTo>
                <a:lnTo>
                  <a:pt x="121" y="212"/>
                </a:lnTo>
                <a:lnTo>
                  <a:pt x="112" y="214"/>
                </a:lnTo>
                <a:lnTo>
                  <a:pt x="104" y="217"/>
                </a:lnTo>
                <a:lnTo>
                  <a:pt x="97" y="221"/>
                </a:lnTo>
                <a:lnTo>
                  <a:pt x="88" y="227"/>
                </a:lnTo>
                <a:lnTo>
                  <a:pt x="80" y="232"/>
                </a:lnTo>
                <a:lnTo>
                  <a:pt x="73" y="237"/>
                </a:lnTo>
                <a:lnTo>
                  <a:pt x="66" y="240"/>
                </a:lnTo>
                <a:lnTo>
                  <a:pt x="61" y="243"/>
                </a:lnTo>
                <a:lnTo>
                  <a:pt x="55" y="244"/>
                </a:lnTo>
                <a:lnTo>
                  <a:pt x="47" y="244"/>
                </a:lnTo>
                <a:lnTo>
                  <a:pt x="43" y="242"/>
                </a:lnTo>
                <a:lnTo>
                  <a:pt x="38" y="239"/>
                </a:lnTo>
                <a:lnTo>
                  <a:pt x="34" y="236"/>
                </a:lnTo>
                <a:lnTo>
                  <a:pt x="28" y="230"/>
                </a:lnTo>
                <a:lnTo>
                  <a:pt x="22" y="223"/>
                </a:lnTo>
                <a:lnTo>
                  <a:pt x="16" y="216"/>
                </a:lnTo>
                <a:lnTo>
                  <a:pt x="11" y="210"/>
                </a:lnTo>
                <a:lnTo>
                  <a:pt x="8" y="208"/>
                </a:lnTo>
                <a:lnTo>
                  <a:pt x="4" y="207"/>
                </a:lnTo>
                <a:lnTo>
                  <a:pt x="0" y="206"/>
                </a:lnTo>
                <a:lnTo>
                  <a:pt x="2" y="196"/>
                </a:lnTo>
              </a:path>
            </a:pathLst>
          </a:custGeom>
          <a:noFill/>
          <a:ln w="12700" cap="rnd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SG"/>
          </a:p>
        </p:txBody>
      </p:sp>
      <p:sp>
        <p:nvSpPr>
          <p:cNvPr id="10265" name="Freeform 28"/>
          <p:cNvSpPr>
            <a:spLocks/>
          </p:cNvSpPr>
          <p:nvPr/>
        </p:nvSpPr>
        <p:spPr bwMode="auto">
          <a:xfrm>
            <a:off x="4826000" y="2193925"/>
            <a:ext cx="284163" cy="317500"/>
          </a:xfrm>
          <a:custGeom>
            <a:avLst/>
            <a:gdLst>
              <a:gd name="T0" fmla="*/ 89998121 w 216"/>
              <a:gd name="T1" fmla="*/ 26651934 h 246"/>
              <a:gd name="T2" fmla="*/ 109035721 w 216"/>
              <a:gd name="T3" fmla="*/ 24986996 h 246"/>
              <a:gd name="T4" fmla="*/ 119419508 w 216"/>
              <a:gd name="T5" fmla="*/ 19989594 h 246"/>
              <a:gd name="T6" fmla="*/ 131534584 w 216"/>
              <a:gd name="T7" fmla="*/ 13325967 h 246"/>
              <a:gd name="T8" fmla="*/ 145380948 w 216"/>
              <a:gd name="T9" fmla="*/ 8328568 h 246"/>
              <a:gd name="T10" fmla="*/ 164418548 w 216"/>
              <a:gd name="T11" fmla="*/ 3331169 h 246"/>
              <a:gd name="T12" fmla="*/ 186918767 w 216"/>
              <a:gd name="T13" fmla="*/ 1666230 h 246"/>
              <a:gd name="T14" fmla="*/ 207686341 w 216"/>
              <a:gd name="T15" fmla="*/ 0 h 246"/>
              <a:gd name="T16" fmla="*/ 230186518 w 216"/>
              <a:gd name="T17" fmla="*/ 1666230 h 246"/>
              <a:gd name="T18" fmla="*/ 250955407 w 216"/>
              <a:gd name="T19" fmla="*/ 4997398 h 246"/>
              <a:gd name="T20" fmla="*/ 271722981 w 216"/>
              <a:gd name="T21" fmla="*/ 9994797 h 246"/>
              <a:gd name="T22" fmla="*/ 289030607 w 216"/>
              <a:gd name="T23" fmla="*/ 16658426 h 246"/>
              <a:gd name="T24" fmla="*/ 306338234 w 216"/>
              <a:gd name="T25" fmla="*/ 24986996 h 246"/>
              <a:gd name="T26" fmla="*/ 323644545 w 216"/>
              <a:gd name="T27" fmla="*/ 38312958 h 246"/>
              <a:gd name="T28" fmla="*/ 335759621 w 216"/>
              <a:gd name="T29" fmla="*/ 51638930 h 246"/>
              <a:gd name="T30" fmla="*/ 347874779 w 216"/>
              <a:gd name="T31" fmla="*/ 68297351 h 246"/>
              <a:gd name="T32" fmla="*/ 356528592 w 216"/>
              <a:gd name="T33" fmla="*/ 81623313 h 246"/>
              <a:gd name="T34" fmla="*/ 361721143 w 216"/>
              <a:gd name="T35" fmla="*/ 93283066 h 246"/>
              <a:gd name="T36" fmla="*/ 366913694 w 216"/>
              <a:gd name="T37" fmla="*/ 108275257 h 246"/>
              <a:gd name="T38" fmla="*/ 372104930 w 216"/>
              <a:gd name="T39" fmla="*/ 121601220 h 246"/>
              <a:gd name="T40" fmla="*/ 372104930 w 216"/>
              <a:gd name="T41" fmla="*/ 133262243 h 246"/>
              <a:gd name="T42" fmla="*/ 368643668 w 216"/>
              <a:gd name="T43" fmla="*/ 156582999 h 246"/>
              <a:gd name="T44" fmla="*/ 363452432 w 216"/>
              <a:gd name="T45" fmla="*/ 176572628 h 246"/>
              <a:gd name="T46" fmla="*/ 361721143 w 216"/>
              <a:gd name="T47" fmla="*/ 193229758 h 246"/>
              <a:gd name="T48" fmla="*/ 358259881 w 216"/>
              <a:gd name="T49" fmla="*/ 204890782 h 246"/>
              <a:gd name="T50" fmla="*/ 351337357 w 216"/>
              <a:gd name="T51" fmla="*/ 213219347 h 246"/>
              <a:gd name="T52" fmla="*/ 339222199 w 216"/>
              <a:gd name="T53" fmla="*/ 224880370 h 246"/>
              <a:gd name="T54" fmla="*/ 332298359 w 216"/>
              <a:gd name="T55" fmla="*/ 233208935 h 246"/>
              <a:gd name="T56" fmla="*/ 321914572 w 216"/>
              <a:gd name="T57" fmla="*/ 243203730 h 246"/>
              <a:gd name="T58" fmla="*/ 311530785 w 216"/>
              <a:gd name="T59" fmla="*/ 254864753 h 246"/>
              <a:gd name="T60" fmla="*/ 297684421 w 216"/>
              <a:gd name="T61" fmla="*/ 273188112 h 246"/>
              <a:gd name="T62" fmla="*/ 283838056 w 216"/>
              <a:gd name="T63" fmla="*/ 286514075 h 246"/>
              <a:gd name="T64" fmla="*/ 268261719 w 216"/>
              <a:gd name="T65" fmla="*/ 301506266 h 246"/>
              <a:gd name="T66" fmla="*/ 259607905 w 216"/>
              <a:gd name="T67" fmla="*/ 311501060 h 246"/>
              <a:gd name="T68" fmla="*/ 250955407 w 216"/>
              <a:gd name="T69" fmla="*/ 323160793 h 246"/>
              <a:gd name="T70" fmla="*/ 242301594 w 216"/>
              <a:gd name="T71" fmla="*/ 331489358 h 246"/>
              <a:gd name="T72" fmla="*/ 238840332 w 216"/>
              <a:gd name="T73" fmla="*/ 339819294 h 246"/>
              <a:gd name="T74" fmla="*/ 231916492 w 216"/>
              <a:gd name="T75" fmla="*/ 344816692 h 246"/>
              <a:gd name="T76" fmla="*/ 223262678 w 216"/>
              <a:gd name="T77" fmla="*/ 349814089 h 246"/>
              <a:gd name="T78" fmla="*/ 211147603 w 216"/>
              <a:gd name="T79" fmla="*/ 353145257 h 246"/>
              <a:gd name="T80" fmla="*/ 195571265 w 216"/>
              <a:gd name="T81" fmla="*/ 358142654 h 246"/>
              <a:gd name="T82" fmla="*/ 181726216 w 216"/>
              <a:gd name="T83" fmla="*/ 363140051 h 246"/>
              <a:gd name="T84" fmla="*/ 169611099 w 216"/>
              <a:gd name="T85" fmla="*/ 369802387 h 246"/>
              <a:gd name="T86" fmla="*/ 154034762 w 216"/>
              <a:gd name="T87" fmla="*/ 379797181 h 246"/>
              <a:gd name="T88" fmla="*/ 138458424 w 216"/>
              <a:gd name="T89" fmla="*/ 388127037 h 246"/>
              <a:gd name="T90" fmla="*/ 126343348 w 216"/>
              <a:gd name="T91" fmla="*/ 396455602 h 246"/>
              <a:gd name="T92" fmla="*/ 115958246 w 216"/>
              <a:gd name="T93" fmla="*/ 401452999 h 246"/>
              <a:gd name="T94" fmla="*/ 107304433 w 216"/>
              <a:gd name="T95" fmla="*/ 406450396 h 246"/>
              <a:gd name="T96" fmla="*/ 95189357 w 216"/>
              <a:gd name="T97" fmla="*/ 408115334 h 246"/>
              <a:gd name="T98" fmla="*/ 81344287 w 216"/>
              <a:gd name="T99" fmla="*/ 408115334 h 246"/>
              <a:gd name="T100" fmla="*/ 74420447 w 216"/>
              <a:gd name="T101" fmla="*/ 404784167 h 246"/>
              <a:gd name="T102" fmla="*/ 65767950 w 216"/>
              <a:gd name="T103" fmla="*/ 399786769 h 246"/>
              <a:gd name="T104" fmla="*/ 58844110 w 216"/>
              <a:gd name="T105" fmla="*/ 394789372 h 246"/>
              <a:gd name="T106" fmla="*/ 48460323 w 216"/>
              <a:gd name="T107" fmla="*/ 384794578 h 246"/>
              <a:gd name="T108" fmla="*/ 38076526 w 216"/>
              <a:gd name="T109" fmla="*/ 373134845 h 246"/>
              <a:gd name="T110" fmla="*/ 27691424 w 216"/>
              <a:gd name="T111" fmla="*/ 361473822 h 246"/>
              <a:gd name="T112" fmla="*/ 19037605 w 216"/>
              <a:gd name="T113" fmla="*/ 351479027 h 246"/>
              <a:gd name="T114" fmla="*/ 13846370 w 216"/>
              <a:gd name="T115" fmla="*/ 348147860 h 246"/>
              <a:gd name="T116" fmla="*/ 6922527 w 216"/>
              <a:gd name="T117" fmla="*/ 344816692 h 246"/>
              <a:gd name="T118" fmla="*/ 0 w 216"/>
              <a:gd name="T119" fmla="*/ 343150462 h 24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w 216"/>
              <a:gd name="T181" fmla="*/ 0 h 246"/>
              <a:gd name="T182" fmla="*/ 216 w 216"/>
              <a:gd name="T183" fmla="*/ 246 h 246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T180" t="T181" r="T182" b="T183"/>
            <a:pathLst>
              <a:path w="216" h="246">
                <a:moveTo>
                  <a:pt x="52" y="16"/>
                </a:moveTo>
                <a:lnTo>
                  <a:pt x="63" y="15"/>
                </a:lnTo>
                <a:lnTo>
                  <a:pt x="69" y="12"/>
                </a:lnTo>
                <a:lnTo>
                  <a:pt x="76" y="8"/>
                </a:lnTo>
                <a:lnTo>
                  <a:pt x="84" y="5"/>
                </a:lnTo>
                <a:lnTo>
                  <a:pt x="95" y="2"/>
                </a:lnTo>
                <a:lnTo>
                  <a:pt x="108" y="1"/>
                </a:lnTo>
                <a:lnTo>
                  <a:pt x="120" y="0"/>
                </a:lnTo>
                <a:lnTo>
                  <a:pt x="133" y="1"/>
                </a:lnTo>
                <a:lnTo>
                  <a:pt x="145" y="3"/>
                </a:lnTo>
                <a:lnTo>
                  <a:pt x="157" y="6"/>
                </a:lnTo>
                <a:lnTo>
                  <a:pt x="167" y="10"/>
                </a:lnTo>
                <a:lnTo>
                  <a:pt x="177" y="15"/>
                </a:lnTo>
                <a:lnTo>
                  <a:pt x="187" y="23"/>
                </a:lnTo>
                <a:lnTo>
                  <a:pt x="194" y="31"/>
                </a:lnTo>
                <a:lnTo>
                  <a:pt x="201" y="41"/>
                </a:lnTo>
                <a:lnTo>
                  <a:pt x="206" y="49"/>
                </a:lnTo>
                <a:lnTo>
                  <a:pt x="209" y="56"/>
                </a:lnTo>
                <a:lnTo>
                  <a:pt x="212" y="65"/>
                </a:lnTo>
                <a:lnTo>
                  <a:pt x="215" y="73"/>
                </a:lnTo>
                <a:lnTo>
                  <a:pt x="215" y="80"/>
                </a:lnTo>
                <a:lnTo>
                  <a:pt x="213" y="94"/>
                </a:lnTo>
                <a:lnTo>
                  <a:pt x="210" y="106"/>
                </a:lnTo>
                <a:lnTo>
                  <a:pt x="209" y="116"/>
                </a:lnTo>
                <a:lnTo>
                  <a:pt x="207" y="123"/>
                </a:lnTo>
                <a:lnTo>
                  <a:pt x="203" y="128"/>
                </a:lnTo>
                <a:lnTo>
                  <a:pt x="196" y="135"/>
                </a:lnTo>
                <a:lnTo>
                  <a:pt x="192" y="140"/>
                </a:lnTo>
                <a:lnTo>
                  <a:pt x="186" y="146"/>
                </a:lnTo>
                <a:lnTo>
                  <a:pt x="180" y="153"/>
                </a:lnTo>
                <a:lnTo>
                  <a:pt x="172" y="164"/>
                </a:lnTo>
                <a:lnTo>
                  <a:pt x="164" y="172"/>
                </a:lnTo>
                <a:lnTo>
                  <a:pt x="155" y="181"/>
                </a:lnTo>
                <a:lnTo>
                  <a:pt x="150" y="187"/>
                </a:lnTo>
                <a:lnTo>
                  <a:pt x="145" y="194"/>
                </a:lnTo>
                <a:lnTo>
                  <a:pt x="140" y="199"/>
                </a:lnTo>
                <a:lnTo>
                  <a:pt x="138" y="204"/>
                </a:lnTo>
                <a:lnTo>
                  <a:pt x="134" y="207"/>
                </a:lnTo>
                <a:lnTo>
                  <a:pt x="129" y="210"/>
                </a:lnTo>
                <a:lnTo>
                  <a:pt x="122" y="212"/>
                </a:lnTo>
                <a:lnTo>
                  <a:pt x="113" y="215"/>
                </a:lnTo>
                <a:lnTo>
                  <a:pt x="105" y="218"/>
                </a:lnTo>
                <a:lnTo>
                  <a:pt x="98" y="222"/>
                </a:lnTo>
                <a:lnTo>
                  <a:pt x="89" y="228"/>
                </a:lnTo>
                <a:lnTo>
                  <a:pt x="80" y="233"/>
                </a:lnTo>
                <a:lnTo>
                  <a:pt x="73" y="238"/>
                </a:lnTo>
                <a:lnTo>
                  <a:pt x="67" y="241"/>
                </a:lnTo>
                <a:lnTo>
                  <a:pt x="62" y="244"/>
                </a:lnTo>
                <a:lnTo>
                  <a:pt x="55" y="245"/>
                </a:lnTo>
                <a:lnTo>
                  <a:pt x="47" y="245"/>
                </a:lnTo>
                <a:lnTo>
                  <a:pt x="43" y="243"/>
                </a:lnTo>
                <a:lnTo>
                  <a:pt x="38" y="240"/>
                </a:lnTo>
                <a:lnTo>
                  <a:pt x="34" y="237"/>
                </a:lnTo>
                <a:lnTo>
                  <a:pt x="28" y="231"/>
                </a:lnTo>
                <a:lnTo>
                  <a:pt x="22" y="224"/>
                </a:lnTo>
                <a:lnTo>
                  <a:pt x="16" y="217"/>
                </a:lnTo>
                <a:lnTo>
                  <a:pt x="11" y="211"/>
                </a:lnTo>
                <a:lnTo>
                  <a:pt x="8" y="209"/>
                </a:lnTo>
                <a:lnTo>
                  <a:pt x="4" y="207"/>
                </a:lnTo>
                <a:lnTo>
                  <a:pt x="0" y="20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SG"/>
          </a:p>
        </p:txBody>
      </p:sp>
      <p:grpSp>
        <p:nvGrpSpPr>
          <p:cNvPr id="5" name="Group 33"/>
          <p:cNvGrpSpPr>
            <a:grpSpLocks/>
          </p:cNvGrpSpPr>
          <p:nvPr/>
        </p:nvGrpSpPr>
        <p:grpSpPr bwMode="auto">
          <a:xfrm>
            <a:off x="4888788" y="2242703"/>
            <a:ext cx="193745" cy="197149"/>
            <a:chOff x="3547" y="1150"/>
            <a:chExt cx="147" cy="153"/>
          </a:xfrm>
          <a:noFill/>
        </p:grpSpPr>
        <p:sp>
          <p:nvSpPr>
            <p:cNvPr id="140" name="Freeform 29"/>
            <p:cNvSpPr>
              <a:spLocks/>
            </p:cNvSpPr>
            <p:nvPr/>
          </p:nvSpPr>
          <p:spPr bwMode="auto">
            <a:xfrm>
              <a:off x="3583" y="1150"/>
              <a:ext cx="57" cy="34"/>
            </a:xfrm>
            <a:custGeom>
              <a:avLst/>
              <a:gdLst/>
              <a:ahLst/>
              <a:cxnLst>
                <a:cxn ang="0">
                  <a:pos x="4" y="33"/>
                </a:cxn>
                <a:cxn ang="0">
                  <a:pos x="6" y="26"/>
                </a:cxn>
                <a:cxn ang="0">
                  <a:pos x="9" y="22"/>
                </a:cxn>
                <a:cxn ang="0">
                  <a:pos x="12" y="19"/>
                </a:cxn>
                <a:cxn ang="0">
                  <a:pos x="16" y="17"/>
                </a:cxn>
                <a:cxn ang="0">
                  <a:pos x="24" y="17"/>
                </a:cxn>
                <a:cxn ang="0">
                  <a:pos x="32" y="17"/>
                </a:cxn>
                <a:cxn ang="0">
                  <a:pos x="43" y="15"/>
                </a:cxn>
                <a:cxn ang="0">
                  <a:pos x="50" y="13"/>
                </a:cxn>
                <a:cxn ang="0">
                  <a:pos x="56" y="11"/>
                </a:cxn>
                <a:cxn ang="0">
                  <a:pos x="45" y="9"/>
                </a:cxn>
                <a:cxn ang="0">
                  <a:pos x="37" y="6"/>
                </a:cxn>
                <a:cxn ang="0">
                  <a:pos x="27" y="2"/>
                </a:cxn>
                <a:cxn ang="0">
                  <a:pos x="19" y="0"/>
                </a:cxn>
                <a:cxn ang="0">
                  <a:pos x="8" y="2"/>
                </a:cxn>
                <a:cxn ang="0">
                  <a:pos x="3" y="4"/>
                </a:cxn>
                <a:cxn ang="0">
                  <a:pos x="1" y="8"/>
                </a:cxn>
                <a:cxn ang="0">
                  <a:pos x="0" y="14"/>
                </a:cxn>
                <a:cxn ang="0">
                  <a:pos x="2" y="20"/>
                </a:cxn>
                <a:cxn ang="0">
                  <a:pos x="3" y="27"/>
                </a:cxn>
                <a:cxn ang="0">
                  <a:pos x="4" y="33"/>
                </a:cxn>
              </a:cxnLst>
              <a:rect l="0" t="0" r="r" b="b"/>
              <a:pathLst>
                <a:path w="57" h="34">
                  <a:moveTo>
                    <a:pt x="4" y="33"/>
                  </a:moveTo>
                  <a:lnTo>
                    <a:pt x="6" y="26"/>
                  </a:lnTo>
                  <a:lnTo>
                    <a:pt x="9" y="22"/>
                  </a:lnTo>
                  <a:lnTo>
                    <a:pt x="12" y="19"/>
                  </a:lnTo>
                  <a:lnTo>
                    <a:pt x="16" y="17"/>
                  </a:lnTo>
                  <a:lnTo>
                    <a:pt x="24" y="17"/>
                  </a:lnTo>
                  <a:lnTo>
                    <a:pt x="32" y="17"/>
                  </a:lnTo>
                  <a:lnTo>
                    <a:pt x="43" y="15"/>
                  </a:lnTo>
                  <a:lnTo>
                    <a:pt x="50" y="13"/>
                  </a:lnTo>
                  <a:lnTo>
                    <a:pt x="56" y="11"/>
                  </a:lnTo>
                  <a:lnTo>
                    <a:pt x="45" y="9"/>
                  </a:lnTo>
                  <a:lnTo>
                    <a:pt x="37" y="6"/>
                  </a:lnTo>
                  <a:lnTo>
                    <a:pt x="27" y="2"/>
                  </a:lnTo>
                  <a:lnTo>
                    <a:pt x="19" y="0"/>
                  </a:lnTo>
                  <a:lnTo>
                    <a:pt x="8" y="2"/>
                  </a:lnTo>
                  <a:lnTo>
                    <a:pt x="3" y="4"/>
                  </a:lnTo>
                  <a:lnTo>
                    <a:pt x="1" y="8"/>
                  </a:lnTo>
                  <a:lnTo>
                    <a:pt x="0" y="14"/>
                  </a:lnTo>
                  <a:lnTo>
                    <a:pt x="2" y="20"/>
                  </a:lnTo>
                  <a:lnTo>
                    <a:pt x="3" y="27"/>
                  </a:lnTo>
                  <a:lnTo>
                    <a:pt x="4" y="33"/>
                  </a:lnTo>
                </a:path>
              </a:pathLst>
            </a:custGeom>
            <a:grpFill/>
            <a:ln w="12700" cap="rnd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41" name="Freeform 30"/>
            <p:cNvSpPr>
              <a:spLocks/>
            </p:cNvSpPr>
            <p:nvPr/>
          </p:nvSpPr>
          <p:spPr bwMode="auto">
            <a:xfrm>
              <a:off x="3650" y="1163"/>
              <a:ext cx="44" cy="73"/>
            </a:xfrm>
            <a:custGeom>
              <a:avLst/>
              <a:gdLst/>
              <a:ahLst/>
              <a:cxnLst>
                <a:cxn ang="0">
                  <a:pos x="37" y="72"/>
                </a:cxn>
                <a:cxn ang="0">
                  <a:pos x="40" y="62"/>
                </a:cxn>
                <a:cxn ang="0">
                  <a:pos x="42" y="55"/>
                </a:cxn>
                <a:cxn ang="0">
                  <a:pos x="43" y="46"/>
                </a:cxn>
                <a:cxn ang="0">
                  <a:pos x="43" y="37"/>
                </a:cxn>
                <a:cxn ang="0">
                  <a:pos x="41" y="28"/>
                </a:cxn>
                <a:cxn ang="0">
                  <a:pos x="39" y="21"/>
                </a:cxn>
                <a:cxn ang="0">
                  <a:pos x="37" y="16"/>
                </a:cxn>
                <a:cxn ang="0">
                  <a:pos x="31" y="10"/>
                </a:cxn>
                <a:cxn ang="0">
                  <a:pos x="25" y="6"/>
                </a:cxn>
                <a:cxn ang="0">
                  <a:pos x="17" y="3"/>
                </a:cxn>
                <a:cxn ang="0">
                  <a:pos x="8" y="1"/>
                </a:cxn>
                <a:cxn ang="0">
                  <a:pos x="0" y="0"/>
                </a:cxn>
                <a:cxn ang="0">
                  <a:pos x="7" y="3"/>
                </a:cxn>
                <a:cxn ang="0">
                  <a:pos x="12" y="5"/>
                </a:cxn>
                <a:cxn ang="0">
                  <a:pos x="15" y="8"/>
                </a:cxn>
                <a:cxn ang="0">
                  <a:pos x="19" y="11"/>
                </a:cxn>
                <a:cxn ang="0">
                  <a:pos x="23" y="14"/>
                </a:cxn>
                <a:cxn ang="0">
                  <a:pos x="26" y="18"/>
                </a:cxn>
                <a:cxn ang="0">
                  <a:pos x="29" y="23"/>
                </a:cxn>
                <a:cxn ang="0">
                  <a:pos x="32" y="28"/>
                </a:cxn>
                <a:cxn ang="0">
                  <a:pos x="34" y="34"/>
                </a:cxn>
                <a:cxn ang="0">
                  <a:pos x="36" y="40"/>
                </a:cxn>
                <a:cxn ang="0">
                  <a:pos x="38" y="48"/>
                </a:cxn>
                <a:cxn ang="0">
                  <a:pos x="38" y="55"/>
                </a:cxn>
                <a:cxn ang="0">
                  <a:pos x="37" y="72"/>
                </a:cxn>
              </a:cxnLst>
              <a:rect l="0" t="0" r="r" b="b"/>
              <a:pathLst>
                <a:path w="44" h="73">
                  <a:moveTo>
                    <a:pt x="37" y="72"/>
                  </a:moveTo>
                  <a:lnTo>
                    <a:pt x="40" y="62"/>
                  </a:lnTo>
                  <a:lnTo>
                    <a:pt x="42" y="55"/>
                  </a:lnTo>
                  <a:lnTo>
                    <a:pt x="43" y="46"/>
                  </a:lnTo>
                  <a:lnTo>
                    <a:pt x="43" y="37"/>
                  </a:lnTo>
                  <a:lnTo>
                    <a:pt x="41" y="28"/>
                  </a:lnTo>
                  <a:lnTo>
                    <a:pt x="39" y="21"/>
                  </a:lnTo>
                  <a:lnTo>
                    <a:pt x="37" y="16"/>
                  </a:lnTo>
                  <a:lnTo>
                    <a:pt x="31" y="10"/>
                  </a:lnTo>
                  <a:lnTo>
                    <a:pt x="25" y="6"/>
                  </a:lnTo>
                  <a:lnTo>
                    <a:pt x="17" y="3"/>
                  </a:lnTo>
                  <a:lnTo>
                    <a:pt x="8" y="1"/>
                  </a:lnTo>
                  <a:lnTo>
                    <a:pt x="0" y="0"/>
                  </a:lnTo>
                  <a:lnTo>
                    <a:pt x="7" y="3"/>
                  </a:lnTo>
                  <a:lnTo>
                    <a:pt x="12" y="5"/>
                  </a:lnTo>
                  <a:lnTo>
                    <a:pt x="15" y="8"/>
                  </a:lnTo>
                  <a:lnTo>
                    <a:pt x="19" y="11"/>
                  </a:lnTo>
                  <a:lnTo>
                    <a:pt x="23" y="14"/>
                  </a:lnTo>
                  <a:lnTo>
                    <a:pt x="26" y="18"/>
                  </a:lnTo>
                  <a:lnTo>
                    <a:pt x="29" y="23"/>
                  </a:lnTo>
                  <a:lnTo>
                    <a:pt x="32" y="28"/>
                  </a:lnTo>
                  <a:lnTo>
                    <a:pt x="34" y="34"/>
                  </a:lnTo>
                  <a:lnTo>
                    <a:pt x="36" y="40"/>
                  </a:lnTo>
                  <a:lnTo>
                    <a:pt x="38" y="48"/>
                  </a:lnTo>
                  <a:lnTo>
                    <a:pt x="38" y="55"/>
                  </a:lnTo>
                  <a:lnTo>
                    <a:pt x="37" y="72"/>
                  </a:lnTo>
                </a:path>
              </a:pathLst>
            </a:custGeom>
            <a:grpFill/>
            <a:ln w="12700" cap="rnd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42" name="Freeform 31"/>
            <p:cNvSpPr>
              <a:spLocks/>
            </p:cNvSpPr>
            <p:nvPr/>
          </p:nvSpPr>
          <p:spPr bwMode="auto">
            <a:xfrm>
              <a:off x="3547" y="1220"/>
              <a:ext cx="34" cy="83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3" y="5"/>
                </a:cxn>
                <a:cxn ang="0">
                  <a:pos x="2" y="10"/>
                </a:cxn>
                <a:cxn ang="0">
                  <a:pos x="3" y="16"/>
                </a:cxn>
                <a:cxn ang="0">
                  <a:pos x="5" y="22"/>
                </a:cxn>
                <a:cxn ang="0">
                  <a:pos x="8" y="26"/>
                </a:cxn>
                <a:cxn ang="0">
                  <a:pos x="14" y="31"/>
                </a:cxn>
                <a:cxn ang="0">
                  <a:pos x="19" y="36"/>
                </a:cxn>
                <a:cxn ang="0">
                  <a:pos x="21" y="41"/>
                </a:cxn>
                <a:cxn ang="0">
                  <a:pos x="20" y="46"/>
                </a:cxn>
                <a:cxn ang="0">
                  <a:pos x="15" y="50"/>
                </a:cxn>
                <a:cxn ang="0">
                  <a:pos x="10" y="53"/>
                </a:cxn>
                <a:cxn ang="0">
                  <a:pos x="5" y="58"/>
                </a:cxn>
                <a:cxn ang="0">
                  <a:pos x="2" y="62"/>
                </a:cxn>
                <a:cxn ang="0">
                  <a:pos x="0" y="69"/>
                </a:cxn>
                <a:cxn ang="0">
                  <a:pos x="2" y="75"/>
                </a:cxn>
                <a:cxn ang="0">
                  <a:pos x="4" y="79"/>
                </a:cxn>
                <a:cxn ang="0">
                  <a:pos x="10" y="82"/>
                </a:cxn>
                <a:cxn ang="0">
                  <a:pos x="17" y="82"/>
                </a:cxn>
                <a:cxn ang="0">
                  <a:pos x="22" y="80"/>
                </a:cxn>
                <a:cxn ang="0">
                  <a:pos x="29" y="77"/>
                </a:cxn>
                <a:cxn ang="0">
                  <a:pos x="33" y="74"/>
                </a:cxn>
                <a:cxn ang="0">
                  <a:pos x="30" y="74"/>
                </a:cxn>
                <a:cxn ang="0">
                  <a:pos x="27" y="73"/>
                </a:cxn>
                <a:cxn ang="0">
                  <a:pos x="23" y="73"/>
                </a:cxn>
                <a:cxn ang="0">
                  <a:pos x="20" y="72"/>
                </a:cxn>
                <a:cxn ang="0">
                  <a:pos x="17" y="70"/>
                </a:cxn>
                <a:cxn ang="0">
                  <a:pos x="14" y="67"/>
                </a:cxn>
                <a:cxn ang="0">
                  <a:pos x="13" y="64"/>
                </a:cxn>
                <a:cxn ang="0">
                  <a:pos x="12" y="62"/>
                </a:cxn>
                <a:cxn ang="0">
                  <a:pos x="13" y="59"/>
                </a:cxn>
                <a:cxn ang="0">
                  <a:pos x="13" y="56"/>
                </a:cxn>
                <a:cxn ang="0">
                  <a:pos x="14" y="54"/>
                </a:cxn>
                <a:cxn ang="0">
                  <a:pos x="17" y="52"/>
                </a:cxn>
                <a:cxn ang="0">
                  <a:pos x="20" y="51"/>
                </a:cxn>
                <a:cxn ang="0">
                  <a:pos x="23" y="48"/>
                </a:cxn>
                <a:cxn ang="0">
                  <a:pos x="25" y="46"/>
                </a:cxn>
                <a:cxn ang="0">
                  <a:pos x="27" y="43"/>
                </a:cxn>
                <a:cxn ang="0">
                  <a:pos x="28" y="40"/>
                </a:cxn>
                <a:cxn ang="0">
                  <a:pos x="29" y="36"/>
                </a:cxn>
                <a:cxn ang="0">
                  <a:pos x="29" y="32"/>
                </a:cxn>
                <a:cxn ang="0">
                  <a:pos x="28" y="29"/>
                </a:cxn>
                <a:cxn ang="0">
                  <a:pos x="27" y="27"/>
                </a:cxn>
                <a:cxn ang="0">
                  <a:pos x="25" y="24"/>
                </a:cxn>
                <a:cxn ang="0">
                  <a:pos x="22" y="22"/>
                </a:cxn>
                <a:cxn ang="0">
                  <a:pos x="20" y="21"/>
                </a:cxn>
                <a:cxn ang="0">
                  <a:pos x="14" y="20"/>
                </a:cxn>
                <a:cxn ang="0">
                  <a:pos x="11" y="19"/>
                </a:cxn>
                <a:cxn ang="0">
                  <a:pos x="8" y="17"/>
                </a:cxn>
                <a:cxn ang="0">
                  <a:pos x="6" y="14"/>
                </a:cxn>
                <a:cxn ang="0">
                  <a:pos x="5" y="11"/>
                </a:cxn>
                <a:cxn ang="0">
                  <a:pos x="5" y="7"/>
                </a:cxn>
                <a:cxn ang="0">
                  <a:pos x="6" y="0"/>
                </a:cxn>
              </a:cxnLst>
              <a:rect l="0" t="0" r="r" b="b"/>
              <a:pathLst>
                <a:path w="34" h="83">
                  <a:moveTo>
                    <a:pt x="6" y="0"/>
                  </a:moveTo>
                  <a:lnTo>
                    <a:pt x="3" y="5"/>
                  </a:lnTo>
                  <a:lnTo>
                    <a:pt x="2" y="10"/>
                  </a:lnTo>
                  <a:lnTo>
                    <a:pt x="3" y="16"/>
                  </a:lnTo>
                  <a:lnTo>
                    <a:pt x="5" y="22"/>
                  </a:lnTo>
                  <a:lnTo>
                    <a:pt x="8" y="26"/>
                  </a:lnTo>
                  <a:lnTo>
                    <a:pt x="14" y="31"/>
                  </a:lnTo>
                  <a:lnTo>
                    <a:pt x="19" y="36"/>
                  </a:lnTo>
                  <a:lnTo>
                    <a:pt x="21" y="41"/>
                  </a:lnTo>
                  <a:lnTo>
                    <a:pt x="20" y="46"/>
                  </a:lnTo>
                  <a:lnTo>
                    <a:pt x="15" y="50"/>
                  </a:lnTo>
                  <a:lnTo>
                    <a:pt x="10" y="53"/>
                  </a:lnTo>
                  <a:lnTo>
                    <a:pt x="5" y="58"/>
                  </a:lnTo>
                  <a:lnTo>
                    <a:pt x="2" y="62"/>
                  </a:lnTo>
                  <a:lnTo>
                    <a:pt x="0" y="69"/>
                  </a:lnTo>
                  <a:lnTo>
                    <a:pt x="2" y="75"/>
                  </a:lnTo>
                  <a:lnTo>
                    <a:pt x="4" y="79"/>
                  </a:lnTo>
                  <a:lnTo>
                    <a:pt x="10" y="82"/>
                  </a:lnTo>
                  <a:lnTo>
                    <a:pt x="17" y="82"/>
                  </a:lnTo>
                  <a:lnTo>
                    <a:pt x="22" y="80"/>
                  </a:lnTo>
                  <a:lnTo>
                    <a:pt x="29" y="77"/>
                  </a:lnTo>
                  <a:lnTo>
                    <a:pt x="33" y="74"/>
                  </a:lnTo>
                  <a:lnTo>
                    <a:pt x="30" y="74"/>
                  </a:lnTo>
                  <a:lnTo>
                    <a:pt x="27" y="73"/>
                  </a:lnTo>
                  <a:lnTo>
                    <a:pt x="23" y="73"/>
                  </a:lnTo>
                  <a:lnTo>
                    <a:pt x="20" y="72"/>
                  </a:lnTo>
                  <a:lnTo>
                    <a:pt x="17" y="70"/>
                  </a:lnTo>
                  <a:lnTo>
                    <a:pt x="14" y="67"/>
                  </a:lnTo>
                  <a:lnTo>
                    <a:pt x="13" y="64"/>
                  </a:lnTo>
                  <a:lnTo>
                    <a:pt x="12" y="62"/>
                  </a:lnTo>
                  <a:lnTo>
                    <a:pt x="13" y="59"/>
                  </a:lnTo>
                  <a:lnTo>
                    <a:pt x="13" y="56"/>
                  </a:lnTo>
                  <a:lnTo>
                    <a:pt x="14" y="54"/>
                  </a:lnTo>
                  <a:lnTo>
                    <a:pt x="17" y="52"/>
                  </a:lnTo>
                  <a:lnTo>
                    <a:pt x="20" y="51"/>
                  </a:lnTo>
                  <a:lnTo>
                    <a:pt x="23" y="48"/>
                  </a:lnTo>
                  <a:lnTo>
                    <a:pt x="25" y="46"/>
                  </a:lnTo>
                  <a:lnTo>
                    <a:pt x="27" y="43"/>
                  </a:lnTo>
                  <a:lnTo>
                    <a:pt x="28" y="40"/>
                  </a:lnTo>
                  <a:lnTo>
                    <a:pt x="29" y="36"/>
                  </a:lnTo>
                  <a:lnTo>
                    <a:pt x="29" y="32"/>
                  </a:lnTo>
                  <a:lnTo>
                    <a:pt x="28" y="29"/>
                  </a:lnTo>
                  <a:lnTo>
                    <a:pt x="27" y="27"/>
                  </a:lnTo>
                  <a:lnTo>
                    <a:pt x="25" y="24"/>
                  </a:lnTo>
                  <a:lnTo>
                    <a:pt x="22" y="22"/>
                  </a:lnTo>
                  <a:lnTo>
                    <a:pt x="20" y="21"/>
                  </a:lnTo>
                  <a:lnTo>
                    <a:pt x="14" y="20"/>
                  </a:lnTo>
                  <a:lnTo>
                    <a:pt x="11" y="19"/>
                  </a:lnTo>
                  <a:lnTo>
                    <a:pt x="8" y="17"/>
                  </a:lnTo>
                  <a:lnTo>
                    <a:pt x="6" y="14"/>
                  </a:lnTo>
                  <a:lnTo>
                    <a:pt x="5" y="11"/>
                  </a:lnTo>
                  <a:lnTo>
                    <a:pt x="5" y="7"/>
                  </a:lnTo>
                  <a:lnTo>
                    <a:pt x="6" y="0"/>
                  </a:lnTo>
                </a:path>
              </a:pathLst>
            </a:custGeom>
            <a:grpFill/>
            <a:ln w="12700" cap="rnd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43" name="Freeform 32"/>
            <p:cNvSpPr>
              <a:spLocks/>
            </p:cNvSpPr>
            <p:nvPr/>
          </p:nvSpPr>
          <p:spPr bwMode="auto">
            <a:xfrm>
              <a:off x="3590" y="1193"/>
              <a:ext cx="39" cy="4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7"/>
                </a:cxn>
                <a:cxn ang="0">
                  <a:pos x="5" y="11"/>
                </a:cxn>
                <a:cxn ang="0">
                  <a:pos x="7" y="15"/>
                </a:cxn>
                <a:cxn ang="0">
                  <a:pos x="9" y="20"/>
                </a:cxn>
                <a:cxn ang="0">
                  <a:pos x="11" y="23"/>
                </a:cxn>
                <a:cxn ang="0">
                  <a:pos x="14" y="26"/>
                </a:cxn>
                <a:cxn ang="0">
                  <a:pos x="16" y="30"/>
                </a:cxn>
                <a:cxn ang="0">
                  <a:pos x="20" y="33"/>
                </a:cxn>
                <a:cxn ang="0">
                  <a:pos x="21" y="36"/>
                </a:cxn>
                <a:cxn ang="0">
                  <a:pos x="23" y="40"/>
                </a:cxn>
                <a:cxn ang="0">
                  <a:pos x="24" y="37"/>
                </a:cxn>
                <a:cxn ang="0">
                  <a:pos x="25" y="35"/>
                </a:cxn>
                <a:cxn ang="0">
                  <a:pos x="27" y="32"/>
                </a:cxn>
                <a:cxn ang="0">
                  <a:pos x="29" y="29"/>
                </a:cxn>
                <a:cxn ang="0">
                  <a:pos x="31" y="27"/>
                </a:cxn>
                <a:cxn ang="0">
                  <a:pos x="33" y="25"/>
                </a:cxn>
                <a:cxn ang="0">
                  <a:pos x="35" y="24"/>
                </a:cxn>
                <a:cxn ang="0">
                  <a:pos x="38" y="23"/>
                </a:cxn>
                <a:cxn ang="0">
                  <a:pos x="33" y="21"/>
                </a:cxn>
                <a:cxn ang="0">
                  <a:pos x="25" y="18"/>
                </a:cxn>
                <a:cxn ang="0">
                  <a:pos x="16" y="14"/>
                </a:cxn>
                <a:cxn ang="0">
                  <a:pos x="9" y="10"/>
                </a:cxn>
                <a:cxn ang="0">
                  <a:pos x="4" y="5"/>
                </a:cxn>
                <a:cxn ang="0">
                  <a:pos x="0" y="0"/>
                </a:cxn>
              </a:cxnLst>
              <a:rect l="0" t="0" r="r" b="b"/>
              <a:pathLst>
                <a:path w="39" h="41">
                  <a:moveTo>
                    <a:pt x="0" y="0"/>
                  </a:moveTo>
                  <a:lnTo>
                    <a:pt x="3" y="7"/>
                  </a:lnTo>
                  <a:lnTo>
                    <a:pt x="5" y="11"/>
                  </a:lnTo>
                  <a:lnTo>
                    <a:pt x="7" y="15"/>
                  </a:lnTo>
                  <a:lnTo>
                    <a:pt x="9" y="20"/>
                  </a:lnTo>
                  <a:lnTo>
                    <a:pt x="11" y="23"/>
                  </a:lnTo>
                  <a:lnTo>
                    <a:pt x="14" y="26"/>
                  </a:lnTo>
                  <a:lnTo>
                    <a:pt x="16" y="30"/>
                  </a:lnTo>
                  <a:lnTo>
                    <a:pt x="20" y="33"/>
                  </a:lnTo>
                  <a:lnTo>
                    <a:pt x="21" y="36"/>
                  </a:lnTo>
                  <a:lnTo>
                    <a:pt x="23" y="40"/>
                  </a:lnTo>
                  <a:lnTo>
                    <a:pt x="24" y="37"/>
                  </a:lnTo>
                  <a:lnTo>
                    <a:pt x="25" y="35"/>
                  </a:lnTo>
                  <a:lnTo>
                    <a:pt x="27" y="32"/>
                  </a:lnTo>
                  <a:lnTo>
                    <a:pt x="29" y="29"/>
                  </a:lnTo>
                  <a:lnTo>
                    <a:pt x="31" y="27"/>
                  </a:lnTo>
                  <a:lnTo>
                    <a:pt x="33" y="25"/>
                  </a:lnTo>
                  <a:lnTo>
                    <a:pt x="35" y="24"/>
                  </a:lnTo>
                  <a:lnTo>
                    <a:pt x="38" y="23"/>
                  </a:lnTo>
                  <a:lnTo>
                    <a:pt x="33" y="21"/>
                  </a:lnTo>
                  <a:lnTo>
                    <a:pt x="25" y="18"/>
                  </a:lnTo>
                  <a:lnTo>
                    <a:pt x="16" y="14"/>
                  </a:lnTo>
                  <a:lnTo>
                    <a:pt x="9" y="10"/>
                  </a:lnTo>
                  <a:lnTo>
                    <a:pt x="4" y="5"/>
                  </a:lnTo>
                  <a:lnTo>
                    <a:pt x="0" y="0"/>
                  </a:lnTo>
                </a:path>
              </a:pathLst>
            </a:custGeom>
            <a:grpFill/>
            <a:ln w="12700" cap="rnd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>
                <a:cs typeface="+mn-cs"/>
              </a:endParaRPr>
            </a:p>
          </p:txBody>
        </p:sp>
      </p:grpSp>
      <p:sp>
        <p:nvSpPr>
          <p:cNvPr id="10267" name="Freeform 34"/>
          <p:cNvSpPr>
            <a:spLocks/>
          </p:cNvSpPr>
          <p:nvPr/>
        </p:nvSpPr>
        <p:spPr bwMode="auto">
          <a:xfrm>
            <a:off x="4887913" y="2243138"/>
            <a:ext cx="195262" cy="196850"/>
          </a:xfrm>
          <a:custGeom>
            <a:avLst/>
            <a:gdLst>
              <a:gd name="T0" fmla="*/ 83551013 w 148"/>
              <a:gd name="T1" fmla="*/ 125806439 h 153"/>
              <a:gd name="T2" fmla="*/ 52219391 w 148"/>
              <a:gd name="T3" fmla="*/ 109253033 h 153"/>
              <a:gd name="T4" fmla="*/ 24369489 w 148"/>
              <a:gd name="T5" fmla="*/ 107597178 h 153"/>
              <a:gd name="T6" fmla="*/ 5221938 w 148"/>
              <a:gd name="T7" fmla="*/ 125806439 h 153"/>
              <a:gd name="T8" fmla="*/ 8703671 w 148"/>
              <a:gd name="T9" fmla="*/ 153946972 h 153"/>
              <a:gd name="T10" fmla="*/ 34813363 w 148"/>
              <a:gd name="T11" fmla="*/ 175466697 h 153"/>
              <a:gd name="T12" fmla="*/ 27849901 w 148"/>
              <a:gd name="T13" fmla="*/ 198640950 h 153"/>
              <a:gd name="T14" fmla="*/ 3481732 w 148"/>
              <a:gd name="T15" fmla="*/ 220160635 h 153"/>
              <a:gd name="T16" fmla="*/ 6962145 w 148"/>
              <a:gd name="T17" fmla="*/ 246646599 h 153"/>
              <a:gd name="T18" fmla="*/ 40035300 w 148"/>
              <a:gd name="T19" fmla="*/ 248301168 h 153"/>
              <a:gd name="T20" fmla="*/ 67885202 w 148"/>
              <a:gd name="T21" fmla="*/ 230093193 h 153"/>
              <a:gd name="T22" fmla="*/ 99216844 w 148"/>
              <a:gd name="T23" fmla="*/ 216850211 h 153"/>
              <a:gd name="T24" fmla="*/ 134030198 w 148"/>
              <a:gd name="T25" fmla="*/ 210228077 h 153"/>
              <a:gd name="T26" fmla="*/ 161880088 w 148"/>
              <a:gd name="T27" fmla="*/ 195330526 h 153"/>
              <a:gd name="T28" fmla="*/ 174065529 w 148"/>
              <a:gd name="T29" fmla="*/ 163879530 h 153"/>
              <a:gd name="T30" fmla="*/ 165361820 w 148"/>
              <a:gd name="T31" fmla="*/ 129116863 h 153"/>
              <a:gd name="T32" fmla="*/ 146214277 w 148"/>
              <a:gd name="T33" fmla="*/ 112563457 h 153"/>
              <a:gd name="T34" fmla="*/ 104438781 w 148"/>
              <a:gd name="T35" fmla="*/ 96010051 h 153"/>
              <a:gd name="T36" fmla="*/ 74848664 w 148"/>
              <a:gd name="T37" fmla="*/ 74490346 h 153"/>
              <a:gd name="T38" fmla="*/ 71366933 w 148"/>
              <a:gd name="T39" fmla="*/ 59592796 h 153"/>
              <a:gd name="T40" fmla="*/ 85292538 w 148"/>
              <a:gd name="T41" fmla="*/ 77800770 h 153"/>
              <a:gd name="T42" fmla="*/ 113142450 w 148"/>
              <a:gd name="T43" fmla="*/ 84422925 h 153"/>
              <a:gd name="T44" fmla="*/ 146214277 w 148"/>
              <a:gd name="T45" fmla="*/ 82767049 h 153"/>
              <a:gd name="T46" fmla="*/ 181027672 w 148"/>
              <a:gd name="T47" fmla="*/ 89387917 h 153"/>
              <a:gd name="T48" fmla="*/ 208878882 w 148"/>
              <a:gd name="T49" fmla="*/ 105941323 h 153"/>
              <a:gd name="T50" fmla="*/ 221062962 w 148"/>
              <a:gd name="T51" fmla="*/ 129116863 h 153"/>
              <a:gd name="T52" fmla="*/ 208878882 w 148"/>
              <a:gd name="T53" fmla="*/ 168844562 h 153"/>
              <a:gd name="T54" fmla="*/ 187989815 w 148"/>
              <a:gd name="T55" fmla="*/ 195330526 h 153"/>
              <a:gd name="T56" fmla="*/ 149696009 w 148"/>
              <a:gd name="T57" fmla="*/ 218504780 h 153"/>
              <a:gd name="T58" fmla="*/ 111402244 w 148"/>
              <a:gd name="T59" fmla="*/ 228437338 h 153"/>
              <a:gd name="T60" fmla="*/ 93994907 w 148"/>
              <a:gd name="T61" fmla="*/ 236714041 h 153"/>
              <a:gd name="T62" fmla="*/ 106180307 w 148"/>
              <a:gd name="T63" fmla="*/ 243334889 h 153"/>
              <a:gd name="T64" fmla="*/ 140992340 w 148"/>
              <a:gd name="T65" fmla="*/ 235058186 h 153"/>
              <a:gd name="T66" fmla="*/ 175805735 w 148"/>
              <a:gd name="T67" fmla="*/ 218504780 h 153"/>
              <a:gd name="T68" fmla="*/ 203656945 w 148"/>
              <a:gd name="T69" fmla="*/ 190364247 h 153"/>
              <a:gd name="T70" fmla="*/ 233247042 w 148"/>
              <a:gd name="T71" fmla="*/ 162223675 h 153"/>
              <a:gd name="T72" fmla="*/ 250654378 w 148"/>
              <a:gd name="T73" fmla="*/ 127461008 h 153"/>
              <a:gd name="T74" fmla="*/ 255876315 w 148"/>
              <a:gd name="T75" fmla="*/ 84422925 h 153"/>
              <a:gd name="T76" fmla="*/ 245432441 w 148"/>
              <a:gd name="T77" fmla="*/ 49660238 h 153"/>
              <a:gd name="T78" fmla="*/ 210619088 w 148"/>
              <a:gd name="T79" fmla="*/ 28140543 h 153"/>
              <a:gd name="T80" fmla="*/ 161880088 w 148"/>
              <a:gd name="T81" fmla="*/ 19863835 h 153"/>
              <a:gd name="T82" fmla="*/ 107920513 w 148"/>
              <a:gd name="T83" fmla="*/ 3310425 h 153"/>
              <a:gd name="T84" fmla="*/ 64404790 w 148"/>
              <a:gd name="T85" fmla="*/ 6620850 h 153"/>
              <a:gd name="T86" fmla="*/ 62663265 w 148"/>
              <a:gd name="T87" fmla="*/ 33106822 h 153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w 148"/>
              <a:gd name="T133" fmla="*/ 0 h 153"/>
              <a:gd name="T134" fmla="*/ 148 w 148"/>
              <a:gd name="T135" fmla="*/ 153 h 153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T132" t="T133" r="T134" b="T135"/>
            <a:pathLst>
              <a:path w="148" h="153">
                <a:moveTo>
                  <a:pt x="60" y="87"/>
                </a:moveTo>
                <a:lnTo>
                  <a:pt x="54" y="81"/>
                </a:lnTo>
                <a:lnTo>
                  <a:pt x="48" y="76"/>
                </a:lnTo>
                <a:lnTo>
                  <a:pt x="41" y="72"/>
                </a:lnTo>
                <a:lnTo>
                  <a:pt x="35" y="69"/>
                </a:lnTo>
                <a:lnTo>
                  <a:pt x="30" y="66"/>
                </a:lnTo>
                <a:lnTo>
                  <a:pt x="25" y="65"/>
                </a:lnTo>
                <a:lnTo>
                  <a:pt x="21" y="64"/>
                </a:lnTo>
                <a:lnTo>
                  <a:pt x="14" y="65"/>
                </a:lnTo>
                <a:lnTo>
                  <a:pt x="10" y="67"/>
                </a:lnTo>
                <a:lnTo>
                  <a:pt x="6" y="71"/>
                </a:lnTo>
                <a:lnTo>
                  <a:pt x="3" y="76"/>
                </a:lnTo>
                <a:lnTo>
                  <a:pt x="2" y="80"/>
                </a:lnTo>
                <a:lnTo>
                  <a:pt x="3" y="86"/>
                </a:lnTo>
                <a:lnTo>
                  <a:pt x="5" y="93"/>
                </a:lnTo>
                <a:lnTo>
                  <a:pt x="9" y="97"/>
                </a:lnTo>
                <a:lnTo>
                  <a:pt x="14" y="102"/>
                </a:lnTo>
                <a:lnTo>
                  <a:pt x="20" y="106"/>
                </a:lnTo>
                <a:lnTo>
                  <a:pt x="21" y="111"/>
                </a:lnTo>
                <a:lnTo>
                  <a:pt x="20" y="116"/>
                </a:lnTo>
                <a:lnTo>
                  <a:pt x="16" y="120"/>
                </a:lnTo>
                <a:lnTo>
                  <a:pt x="11" y="123"/>
                </a:lnTo>
                <a:lnTo>
                  <a:pt x="5" y="128"/>
                </a:lnTo>
                <a:lnTo>
                  <a:pt x="2" y="133"/>
                </a:lnTo>
                <a:lnTo>
                  <a:pt x="0" y="139"/>
                </a:lnTo>
                <a:lnTo>
                  <a:pt x="2" y="145"/>
                </a:lnTo>
                <a:lnTo>
                  <a:pt x="4" y="149"/>
                </a:lnTo>
                <a:lnTo>
                  <a:pt x="10" y="152"/>
                </a:lnTo>
                <a:lnTo>
                  <a:pt x="16" y="152"/>
                </a:lnTo>
                <a:lnTo>
                  <a:pt x="23" y="150"/>
                </a:lnTo>
                <a:lnTo>
                  <a:pt x="29" y="147"/>
                </a:lnTo>
                <a:lnTo>
                  <a:pt x="34" y="144"/>
                </a:lnTo>
                <a:lnTo>
                  <a:pt x="39" y="139"/>
                </a:lnTo>
                <a:lnTo>
                  <a:pt x="44" y="136"/>
                </a:lnTo>
                <a:lnTo>
                  <a:pt x="50" y="133"/>
                </a:lnTo>
                <a:lnTo>
                  <a:pt x="57" y="131"/>
                </a:lnTo>
                <a:lnTo>
                  <a:pt x="64" y="130"/>
                </a:lnTo>
                <a:lnTo>
                  <a:pt x="70" y="128"/>
                </a:lnTo>
                <a:lnTo>
                  <a:pt x="77" y="127"/>
                </a:lnTo>
                <a:lnTo>
                  <a:pt x="82" y="126"/>
                </a:lnTo>
                <a:lnTo>
                  <a:pt x="87" y="123"/>
                </a:lnTo>
                <a:lnTo>
                  <a:pt x="93" y="118"/>
                </a:lnTo>
                <a:lnTo>
                  <a:pt x="96" y="113"/>
                </a:lnTo>
                <a:lnTo>
                  <a:pt x="99" y="107"/>
                </a:lnTo>
                <a:lnTo>
                  <a:pt x="100" y="99"/>
                </a:lnTo>
                <a:lnTo>
                  <a:pt x="100" y="91"/>
                </a:lnTo>
                <a:lnTo>
                  <a:pt x="98" y="84"/>
                </a:lnTo>
                <a:lnTo>
                  <a:pt x="95" y="78"/>
                </a:lnTo>
                <a:lnTo>
                  <a:pt x="91" y="74"/>
                </a:lnTo>
                <a:lnTo>
                  <a:pt x="88" y="71"/>
                </a:lnTo>
                <a:lnTo>
                  <a:pt x="84" y="68"/>
                </a:lnTo>
                <a:lnTo>
                  <a:pt x="76" y="65"/>
                </a:lnTo>
                <a:lnTo>
                  <a:pt x="67" y="61"/>
                </a:lnTo>
                <a:lnTo>
                  <a:pt x="60" y="58"/>
                </a:lnTo>
                <a:lnTo>
                  <a:pt x="51" y="53"/>
                </a:lnTo>
                <a:lnTo>
                  <a:pt x="46" y="48"/>
                </a:lnTo>
                <a:lnTo>
                  <a:pt x="43" y="45"/>
                </a:lnTo>
                <a:lnTo>
                  <a:pt x="41" y="43"/>
                </a:lnTo>
                <a:lnTo>
                  <a:pt x="41" y="40"/>
                </a:lnTo>
                <a:lnTo>
                  <a:pt x="41" y="36"/>
                </a:lnTo>
                <a:lnTo>
                  <a:pt x="43" y="42"/>
                </a:lnTo>
                <a:lnTo>
                  <a:pt x="46" y="45"/>
                </a:lnTo>
                <a:lnTo>
                  <a:pt x="49" y="47"/>
                </a:lnTo>
                <a:lnTo>
                  <a:pt x="53" y="49"/>
                </a:lnTo>
                <a:lnTo>
                  <a:pt x="59" y="50"/>
                </a:lnTo>
                <a:lnTo>
                  <a:pt x="65" y="51"/>
                </a:lnTo>
                <a:lnTo>
                  <a:pt x="71" y="50"/>
                </a:lnTo>
                <a:lnTo>
                  <a:pt x="78" y="50"/>
                </a:lnTo>
                <a:lnTo>
                  <a:pt x="84" y="50"/>
                </a:lnTo>
                <a:lnTo>
                  <a:pt x="90" y="51"/>
                </a:lnTo>
                <a:lnTo>
                  <a:pt x="97" y="52"/>
                </a:lnTo>
                <a:lnTo>
                  <a:pt x="104" y="54"/>
                </a:lnTo>
                <a:lnTo>
                  <a:pt x="110" y="57"/>
                </a:lnTo>
                <a:lnTo>
                  <a:pt x="115" y="60"/>
                </a:lnTo>
                <a:lnTo>
                  <a:pt x="120" y="64"/>
                </a:lnTo>
                <a:lnTo>
                  <a:pt x="124" y="69"/>
                </a:lnTo>
                <a:lnTo>
                  <a:pt x="126" y="74"/>
                </a:lnTo>
                <a:lnTo>
                  <a:pt x="127" y="78"/>
                </a:lnTo>
                <a:lnTo>
                  <a:pt x="126" y="86"/>
                </a:lnTo>
                <a:lnTo>
                  <a:pt x="123" y="96"/>
                </a:lnTo>
                <a:lnTo>
                  <a:pt x="120" y="102"/>
                </a:lnTo>
                <a:lnTo>
                  <a:pt x="117" y="107"/>
                </a:lnTo>
                <a:lnTo>
                  <a:pt x="112" y="113"/>
                </a:lnTo>
                <a:lnTo>
                  <a:pt x="108" y="118"/>
                </a:lnTo>
                <a:lnTo>
                  <a:pt x="102" y="123"/>
                </a:lnTo>
                <a:lnTo>
                  <a:pt x="95" y="128"/>
                </a:lnTo>
                <a:lnTo>
                  <a:pt x="86" y="132"/>
                </a:lnTo>
                <a:lnTo>
                  <a:pt x="78" y="135"/>
                </a:lnTo>
                <a:lnTo>
                  <a:pt x="70" y="137"/>
                </a:lnTo>
                <a:lnTo>
                  <a:pt x="64" y="138"/>
                </a:lnTo>
                <a:lnTo>
                  <a:pt x="59" y="139"/>
                </a:lnTo>
                <a:lnTo>
                  <a:pt x="56" y="141"/>
                </a:lnTo>
                <a:lnTo>
                  <a:pt x="54" y="143"/>
                </a:lnTo>
                <a:lnTo>
                  <a:pt x="56" y="145"/>
                </a:lnTo>
                <a:lnTo>
                  <a:pt x="58" y="147"/>
                </a:lnTo>
                <a:lnTo>
                  <a:pt x="61" y="147"/>
                </a:lnTo>
                <a:lnTo>
                  <a:pt x="66" y="146"/>
                </a:lnTo>
                <a:lnTo>
                  <a:pt x="73" y="145"/>
                </a:lnTo>
                <a:lnTo>
                  <a:pt x="81" y="142"/>
                </a:lnTo>
                <a:lnTo>
                  <a:pt x="89" y="139"/>
                </a:lnTo>
                <a:lnTo>
                  <a:pt x="96" y="136"/>
                </a:lnTo>
                <a:lnTo>
                  <a:pt x="101" y="132"/>
                </a:lnTo>
                <a:lnTo>
                  <a:pt x="106" y="127"/>
                </a:lnTo>
                <a:lnTo>
                  <a:pt x="111" y="121"/>
                </a:lnTo>
                <a:lnTo>
                  <a:pt x="117" y="115"/>
                </a:lnTo>
                <a:lnTo>
                  <a:pt x="123" y="109"/>
                </a:lnTo>
                <a:lnTo>
                  <a:pt x="128" y="104"/>
                </a:lnTo>
                <a:lnTo>
                  <a:pt x="134" y="98"/>
                </a:lnTo>
                <a:lnTo>
                  <a:pt x="138" y="93"/>
                </a:lnTo>
                <a:lnTo>
                  <a:pt x="141" y="86"/>
                </a:lnTo>
                <a:lnTo>
                  <a:pt x="144" y="77"/>
                </a:lnTo>
                <a:lnTo>
                  <a:pt x="146" y="70"/>
                </a:lnTo>
                <a:lnTo>
                  <a:pt x="147" y="60"/>
                </a:lnTo>
                <a:lnTo>
                  <a:pt x="147" y="51"/>
                </a:lnTo>
                <a:lnTo>
                  <a:pt x="145" y="43"/>
                </a:lnTo>
                <a:lnTo>
                  <a:pt x="143" y="36"/>
                </a:lnTo>
                <a:lnTo>
                  <a:pt x="141" y="30"/>
                </a:lnTo>
                <a:lnTo>
                  <a:pt x="135" y="24"/>
                </a:lnTo>
                <a:lnTo>
                  <a:pt x="128" y="20"/>
                </a:lnTo>
                <a:lnTo>
                  <a:pt x="121" y="17"/>
                </a:lnTo>
                <a:lnTo>
                  <a:pt x="111" y="15"/>
                </a:lnTo>
                <a:lnTo>
                  <a:pt x="103" y="14"/>
                </a:lnTo>
                <a:lnTo>
                  <a:pt x="93" y="12"/>
                </a:lnTo>
                <a:lnTo>
                  <a:pt x="80" y="9"/>
                </a:lnTo>
                <a:lnTo>
                  <a:pt x="72" y="6"/>
                </a:lnTo>
                <a:lnTo>
                  <a:pt x="62" y="2"/>
                </a:lnTo>
                <a:lnTo>
                  <a:pt x="53" y="0"/>
                </a:lnTo>
                <a:lnTo>
                  <a:pt x="43" y="2"/>
                </a:lnTo>
                <a:lnTo>
                  <a:pt x="37" y="4"/>
                </a:lnTo>
                <a:lnTo>
                  <a:pt x="35" y="8"/>
                </a:lnTo>
                <a:lnTo>
                  <a:pt x="34" y="14"/>
                </a:lnTo>
                <a:lnTo>
                  <a:pt x="36" y="20"/>
                </a:lnTo>
                <a:lnTo>
                  <a:pt x="37" y="27"/>
                </a:lnTo>
                <a:lnTo>
                  <a:pt x="38" y="33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SG"/>
          </a:p>
        </p:txBody>
      </p:sp>
      <p:sp>
        <p:nvSpPr>
          <p:cNvPr id="10268" name="Arc 35"/>
          <p:cNvSpPr>
            <a:spLocks/>
          </p:cNvSpPr>
          <p:nvPr/>
        </p:nvSpPr>
        <p:spPr bwMode="auto">
          <a:xfrm>
            <a:off x="4241800" y="2122488"/>
            <a:ext cx="244475" cy="39687"/>
          </a:xfrm>
          <a:custGeom>
            <a:avLst/>
            <a:gdLst>
              <a:gd name="T0" fmla="*/ 0 w 21818"/>
              <a:gd name="T1" fmla="*/ 7 h 21600"/>
              <a:gd name="T2" fmla="*/ 30779647 w 21818"/>
              <a:gd name="T3" fmla="*/ 130418 h 21600"/>
              <a:gd name="T4" fmla="*/ 324435 w 21818"/>
              <a:gd name="T5" fmla="*/ 134849 h 21600"/>
              <a:gd name="T6" fmla="*/ 0 60000 65536"/>
              <a:gd name="T7" fmla="*/ 0 60000 65536"/>
              <a:gd name="T8" fmla="*/ 0 60000 65536"/>
              <a:gd name="T9" fmla="*/ 0 w 21818"/>
              <a:gd name="T10" fmla="*/ 0 h 21600"/>
              <a:gd name="T11" fmla="*/ 21818 w 21818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818" h="21600" fill="none" extrusionOk="0">
                <a:moveTo>
                  <a:pt x="0" y="1"/>
                </a:moveTo>
                <a:cubicBezTo>
                  <a:pt x="76" y="0"/>
                  <a:pt x="153" y="-1"/>
                  <a:pt x="230" y="0"/>
                </a:cubicBezTo>
                <a:cubicBezTo>
                  <a:pt x="11882" y="0"/>
                  <a:pt x="21435" y="9243"/>
                  <a:pt x="21818" y="20889"/>
                </a:cubicBezTo>
              </a:path>
              <a:path w="21818" h="21600" stroke="0" extrusionOk="0">
                <a:moveTo>
                  <a:pt x="0" y="1"/>
                </a:moveTo>
                <a:cubicBezTo>
                  <a:pt x="76" y="0"/>
                  <a:pt x="153" y="-1"/>
                  <a:pt x="230" y="0"/>
                </a:cubicBezTo>
                <a:cubicBezTo>
                  <a:pt x="11882" y="0"/>
                  <a:pt x="21435" y="9243"/>
                  <a:pt x="21818" y="20889"/>
                </a:cubicBezTo>
                <a:lnTo>
                  <a:pt x="230" y="2160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SG"/>
          </a:p>
        </p:txBody>
      </p:sp>
      <p:sp>
        <p:nvSpPr>
          <p:cNvPr id="10269" name="Line 36"/>
          <p:cNvSpPr>
            <a:spLocks noChangeShapeType="1"/>
          </p:cNvSpPr>
          <p:nvPr/>
        </p:nvSpPr>
        <p:spPr bwMode="auto">
          <a:xfrm>
            <a:off x="4524375" y="2635250"/>
            <a:ext cx="4763" cy="238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SG"/>
          </a:p>
        </p:txBody>
      </p:sp>
      <p:sp>
        <p:nvSpPr>
          <p:cNvPr id="10270" name="Arc 37"/>
          <p:cNvSpPr>
            <a:spLocks/>
          </p:cNvSpPr>
          <p:nvPr/>
        </p:nvSpPr>
        <p:spPr bwMode="auto">
          <a:xfrm>
            <a:off x="4743450" y="2768600"/>
            <a:ext cx="127000" cy="112713"/>
          </a:xfrm>
          <a:custGeom>
            <a:avLst/>
            <a:gdLst>
              <a:gd name="T0" fmla="*/ 4281954 w 21830"/>
              <a:gd name="T1" fmla="*/ 0 h 21857"/>
              <a:gd name="T2" fmla="*/ 0 w 21830"/>
              <a:gd name="T3" fmla="*/ 2981044 h 21857"/>
              <a:gd name="T4" fmla="*/ 45116 w 21830"/>
              <a:gd name="T5" fmla="*/ 35051 h 21857"/>
              <a:gd name="T6" fmla="*/ 0 60000 65536"/>
              <a:gd name="T7" fmla="*/ 0 60000 65536"/>
              <a:gd name="T8" fmla="*/ 0 60000 65536"/>
              <a:gd name="T9" fmla="*/ 0 w 21830"/>
              <a:gd name="T10" fmla="*/ 0 h 21857"/>
              <a:gd name="T11" fmla="*/ 21830 w 21830"/>
              <a:gd name="T12" fmla="*/ 21857 h 2185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830" h="21857" fill="none" extrusionOk="0">
                <a:moveTo>
                  <a:pt x="21828" y="-1"/>
                </a:moveTo>
                <a:cubicBezTo>
                  <a:pt x="21829" y="85"/>
                  <a:pt x="21830" y="171"/>
                  <a:pt x="21830" y="257"/>
                </a:cubicBezTo>
                <a:cubicBezTo>
                  <a:pt x="21830" y="12186"/>
                  <a:pt x="12159" y="21857"/>
                  <a:pt x="230" y="21857"/>
                </a:cubicBezTo>
                <a:cubicBezTo>
                  <a:pt x="153" y="21857"/>
                  <a:pt x="76" y="21856"/>
                  <a:pt x="0" y="21855"/>
                </a:cubicBezTo>
              </a:path>
              <a:path w="21830" h="21857" stroke="0" extrusionOk="0">
                <a:moveTo>
                  <a:pt x="21828" y="-1"/>
                </a:moveTo>
                <a:cubicBezTo>
                  <a:pt x="21829" y="85"/>
                  <a:pt x="21830" y="171"/>
                  <a:pt x="21830" y="257"/>
                </a:cubicBezTo>
                <a:cubicBezTo>
                  <a:pt x="21830" y="12186"/>
                  <a:pt x="12159" y="21857"/>
                  <a:pt x="230" y="21857"/>
                </a:cubicBezTo>
                <a:cubicBezTo>
                  <a:pt x="153" y="21857"/>
                  <a:pt x="76" y="21856"/>
                  <a:pt x="0" y="21855"/>
                </a:cubicBezTo>
                <a:lnTo>
                  <a:pt x="230" y="257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SG"/>
          </a:p>
        </p:txBody>
      </p:sp>
      <p:sp>
        <p:nvSpPr>
          <p:cNvPr id="10271" name="Freeform 38"/>
          <p:cNvSpPr>
            <a:spLocks/>
          </p:cNvSpPr>
          <p:nvPr/>
        </p:nvSpPr>
        <p:spPr bwMode="auto">
          <a:xfrm>
            <a:off x="4322763" y="1841500"/>
            <a:ext cx="488950" cy="617538"/>
          </a:xfrm>
          <a:custGeom>
            <a:avLst/>
            <a:gdLst>
              <a:gd name="T0" fmla="*/ 0 w 371"/>
              <a:gd name="T1" fmla="*/ 0 h 479"/>
              <a:gd name="T2" fmla="*/ 27791076 w 371"/>
              <a:gd name="T3" fmla="*/ 54848726 h 479"/>
              <a:gd name="T4" fmla="*/ 104214889 w 371"/>
              <a:gd name="T5" fmla="*/ 96401694 h 479"/>
              <a:gd name="T6" fmla="*/ 225800018 w 371"/>
              <a:gd name="T7" fmla="*/ 126319404 h 479"/>
              <a:gd name="T8" fmla="*/ 354333283 w 371"/>
              <a:gd name="T9" fmla="*/ 151250400 h 479"/>
              <a:gd name="T10" fmla="*/ 521077040 w 371"/>
              <a:gd name="T11" fmla="*/ 202775529 h 479"/>
              <a:gd name="T12" fmla="*/ 611397014 w 371"/>
              <a:gd name="T13" fmla="*/ 245990285 h 479"/>
              <a:gd name="T14" fmla="*/ 611397014 w 371"/>
              <a:gd name="T15" fmla="*/ 370647921 h 479"/>
              <a:gd name="T16" fmla="*/ 574922146 w 371"/>
              <a:gd name="T17" fmla="*/ 458739243 h 479"/>
              <a:gd name="T18" fmla="*/ 557553225 w 371"/>
              <a:gd name="T19" fmla="*/ 578410084 h 479"/>
              <a:gd name="T20" fmla="*/ 642662127 w 371"/>
              <a:gd name="T21" fmla="*/ 603341080 h 479"/>
              <a:gd name="T22" fmla="*/ 614871061 w 371"/>
              <a:gd name="T23" fmla="*/ 698081086 h 479"/>
              <a:gd name="T24" fmla="*/ 606187260 w 371"/>
              <a:gd name="T25" fmla="*/ 774537170 h 479"/>
              <a:gd name="T26" fmla="*/ 632241301 w 371"/>
              <a:gd name="T27" fmla="*/ 794482740 h 479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371"/>
              <a:gd name="T43" fmla="*/ 0 h 479"/>
              <a:gd name="T44" fmla="*/ 371 w 371"/>
              <a:gd name="T45" fmla="*/ 479 h 479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371" h="479">
                <a:moveTo>
                  <a:pt x="0" y="0"/>
                </a:moveTo>
                <a:lnTo>
                  <a:pt x="16" y="33"/>
                </a:lnTo>
                <a:lnTo>
                  <a:pt x="60" y="58"/>
                </a:lnTo>
                <a:lnTo>
                  <a:pt x="130" y="76"/>
                </a:lnTo>
                <a:lnTo>
                  <a:pt x="204" y="91"/>
                </a:lnTo>
                <a:lnTo>
                  <a:pt x="300" y="122"/>
                </a:lnTo>
                <a:lnTo>
                  <a:pt x="352" y="148"/>
                </a:lnTo>
                <a:lnTo>
                  <a:pt x="352" y="223"/>
                </a:lnTo>
                <a:lnTo>
                  <a:pt x="331" y="276"/>
                </a:lnTo>
                <a:lnTo>
                  <a:pt x="321" y="348"/>
                </a:lnTo>
                <a:lnTo>
                  <a:pt x="370" y="363"/>
                </a:lnTo>
                <a:lnTo>
                  <a:pt x="354" y="420"/>
                </a:lnTo>
                <a:lnTo>
                  <a:pt x="349" y="466"/>
                </a:lnTo>
                <a:lnTo>
                  <a:pt x="364" y="47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SG"/>
          </a:p>
        </p:txBody>
      </p:sp>
      <p:sp>
        <p:nvSpPr>
          <p:cNvPr id="10272" name="Freeform 39"/>
          <p:cNvSpPr>
            <a:spLocks/>
          </p:cNvSpPr>
          <p:nvPr/>
        </p:nvSpPr>
        <p:spPr bwMode="auto">
          <a:xfrm>
            <a:off x="4970463" y="2493963"/>
            <a:ext cx="374650" cy="246062"/>
          </a:xfrm>
          <a:custGeom>
            <a:avLst/>
            <a:gdLst>
              <a:gd name="T0" fmla="*/ 0 w 284"/>
              <a:gd name="T1" fmla="*/ 0 h 191"/>
              <a:gd name="T2" fmla="*/ 46986915 w 284"/>
              <a:gd name="T3" fmla="*/ 58088670 h 191"/>
              <a:gd name="T4" fmla="*/ 64389664 w 284"/>
              <a:gd name="T5" fmla="*/ 119495954 h 191"/>
              <a:gd name="T6" fmla="*/ 71351027 w 284"/>
              <a:gd name="T7" fmla="*/ 189202374 h 191"/>
              <a:gd name="T8" fmla="*/ 128779327 w 284"/>
              <a:gd name="T9" fmla="*/ 305379673 h 191"/>
              <a:gd name="T10" fmla="*/ 212311772 w 284"/>
              <a:gd name="T11" fmla="*/ 308699576 h 191"/>
              <a:gd name="T12" fmla="*/ 370675286 w 284"/>
              <a:gd name="T13" fmla="*/ 315338095 h 191"/>
              <a:gd name="T14" fmla="*/ 431584907 w 284"/>
              <a:gd name="T15" fmla="*/ 287123424 h 191"/>
              <a:gd name="T16" fmla="*/ 492494528 w 284"/>
              <a:gd name="T17" fmla="*/ 292102635 h 19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84"/>
              <a:gd name="T28" fmla="*/ 0 h 191"/>
              <a:gd name="T29" fmla="*/ 284 w 284"/>
              <a:gd name="T30" fmla="*/ 191 h 191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84" h="191">
                <a:moveTo>
                  <a:pt x="0" y="0"/>
                </a:moveTo>
                <a:lnTo>
                  <a:pt x="27" y="35"/>
                </a:lnTo>
                <a:lnTo>
                  <a:pt x="37" y="72"/>
                </a:lnTo>
                <a:lnTo>
                  <a:pt x="41" y="114"/>
                </a:lnTo>
                <a:lnTo>
                  <a:pt x="74" y="184"/>
                </a:lnTo>
                <a:lnTo>
                  <a:pt x="122" y="186"/>
                </a:lnTo>
                <a:lnTo>
                  <a:pt x="213" y="190"/>
                </a:lnTo>
                <a:lnTo>
                  <a:pt x="248" y="173"/>
                </a:lnTo>
                <a:lnTo>
                  <a:pt x="283" y="176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SG"/>
          </a:p>
        </p:txBody>
      </p:sp>
      <p:sp>
        <p:nvSpPr>
          <p:cNvPr id="10273" name="Freeform 61"/>
          <p:cNvSpPr>
            <a:spLocks/>
          </p:cNvSpPr>
          <p:nvPr/>
        </p:nvSpPr>
        <p:spPr bwMode="auto">
          <a:xfrm>
            <a:off x="3946525" y="3906838"/>
            <a:ext cx="1692275" cy="3952875"/>
          </a:xfrm>
          <a:custGeom>
            <a:avLst/>
            <a:gdLst>
              <a:gd name="T0" fmla="*/ 635758909 w 1284"/>
              <a:gd name="T1" fmla="*/ 370428380 h 3067"/>
              <a:gd name="T2" fmla="*/ 310931772 w 1284"/>
              <a:gd name="T3" fmla="*/ 569760448 h 3067"/>
              <a:gd name="T4" fmla="*/ 244923846 w 1284"/>
              <a:gd name="T5" fmla="*/ 918594306 h 3067"/>
              <a:gd name="T6" fmla="*/ 159807940 w 1284"/>
              <a:gd name="T7" fmla="*/ 1385366251 h 3067"/>
              <a:gd name="T8" fmla="*/ 46900007 w 1284"/>
              <a:gd name="T9" fmla="*/ 1825560694 h 3067"/>
              <a:gd name="T10" fmla="*/ 31266229 w 1284"/>
              <a:gd name="T11" fmla="*/ 2147483647 h 3067"/>
              <a:gd name="T12" fmla="*/ 171967538 w 1284"/>
              <a:gd name="T13" fmla="*/ 2147483647 h 3067"/>
              <a:gd name="T14" fmla="*/ 272715894 w 1284"/>
              <a:gd name="T15" fmla="*/ 2147483647 h 3067"/>
              <a:gd name="T16" fmla="*/ 166756282 w 1284"/>
              <a:gd name="T17" fmla="*/ 2147483647 h 3067"/>
              <a:gd name="T18" fmla="*/ 291823833 w 1284"/>
              <a:gd name="T19" fmla="*/ 2147483647 h 3067"/>
              <a:gd name="T20" fmla="*/ 258820529 w 1284"/>
              <a:gd name="T21" fmla="*/ 2147483647 h 3067"/>
              <a:gd name="T22" fmla="*/ 213656310 w 1284"/>
              <a:gd name="T23" fmla="*/ 2147483647 h 3067"/>
              <a:gd name="T24" fmla="*/ 396046401 w 1284"/>
              <a:gd name="T25" fmla="*/ 1725894660 h 3067"/>
              <a:gd name="T26" fmla="*/ 453370218 w 1284"/>
              <a:gd name="T27" fmla="*/ 1406960773 h 3067"/>
              <a:gd name="T28" fmla="*/ 568015216 w 1284"/>
              <a:gd name="T29" fmla="*/ 1401978116 h 3067"/>
              <a:gd name="T30" fmla="*/ 616652288 w 1284"/>
              <a:gd name="T31" fmla="*/ 1845493900 h 3067"/>
              <a:gd name="T32" fmla="*/ 543696021 w 1284"/>
              <a:gd name="T33" fmla="*/ 2147483647 h 3067"/>
              <a:gd name="T34" fmla="*/ 578436410 w 1284"/>
              <a:gd name="T35" fmla="*/ 2147483647 h 3067"/>
              <a:gd name="T36" fmla="*/ 708715341 w 1284"/>
              <a:gd name="T37" fmla="*/ 2147483647 h 3067"/>
              <a:gd name="T38" fmla="*/ 646181421 w 1284"/>
              <a:gd name="T39" fmla="*/ 2147483647 h 3067"/>
              <a:gd name="T40" fmla="*/ 788619949 w 1284"/>
              <a:gd name="T41" fmla="*/ 2147483647 h 3067"/>
              <a:gd name="T42" fmla="*/ 710452426 w 1284"/>
              <a:gd name="T43" fmla="*/ 2147483647 h 3067"/>
              <a:gd name="T44" fmla="*/ 868524558 w 1284"/>
              <a:gd name="T45" fmla="*/ 2147483647 h 3067"/>
              <a:gd name="T46" fmla="*/ 1043966225 w 1284"/>
              <a:gd name="T47" fmla="*/ 2147483647 h 3067"/>
              <a:gd name="T48" fmla="*/ 971009958 w 1284"/>
              <a:gd name="T49" fmla="*/ 2147483647 h 3067"/>
              <a:gd name="T50" fmla="*/ 1037017884 w 1284"/>
              <a:gd name="T51" fmla="*/ 2147483647 h 3067"/>
              <a:gd name="T52" fmla="*/ 1071758273 w 1284"/>
              <a:gd name="T53" fmla="*/ 2147483647 h 3067"/>
              <a:gd name="T54" fmla="*/ 1083917870 w 1284"/>
              <a:gd name="T55" fmla="*/ 2147483647 h 3067"/>
              <a:gd name="T56" fmla="*/ 1155137052 w 1284"/>
              <a:gd name="T57" fmla="*/ 2147483647 h 3067"/>
              <a:gd name="T58" fmla="*/ 1155137052 w 1284"/>
              <a:gd name="T59" fmla="*/ 2147483647 h 3067"/>
              <a:gd name="T60" fmla="*/ 1196825783 w 1284"/>
              <a:gd name="T61" fmla="*/ 2147483647 h 3067"/>
              <a:gd name="T62" fmla="*/ 1262833709 w 1284"/>
              <a:gd name="T63" fmla="*/ 2147483647 h 3067"/>
              <a:gd name="T64" fmla="*/ 1189877441 w 1284"/>
              <a:gd name="T65" fmla="*/ 2147483647 h 3067"/>
              <a:gd name="T66" fmla="*/ 1295837012 w 1284"/>
              <a:gd name="T67" fmla="*/ 2147483647 h 3067"/>
              <a:gd name="T68" fmla="*/ 1547709447 w 1284"/>
              <a:gd name="T69" fmla="*/ 2147483647 h 3067"/>
              <a:gd name="T70" fmla="*/ 1452172388 w 1284"/>
              <a:gd name="T71" fmla="*/ 2147483647 h 3067"/>
              <a:gd name="T72" fmla="*/ 1530338594 w 1284"/>
              <a:gd name="T73" fmla="*/ 2147483647 h 3067"/>
              <a:gd name="T74" fmla="*/ 1530338594 w 1284"/>
              <a:gd name="T75" fmla="*/ 2147483647 h 3067"/>
              <a:gd name="T76" fmla="*/ 1599820690 w 1284"/>
              <a:gd name="T77" fmla="*/ 2147483647 h 3067"/>
              <a:gd name="T78" fmla="*/ 1700570323 w 1284"/>
              <a:gd name="T79" fmla="*/ 2147483647 h 3067"/>
              <a:gd name="T80" fmla="*/ 1617191544 w 1284"/>
              <a:gd name="T81" fmla="*/ 1946822539 h 3067"/>
              <a:gd name="T82" fmla="*/ 1573765728 w 1284"/>
              <a:gd name="T83" fmla="*/ 1679382984 h 3067"/>
              <a:gd name="T84" fmla="*/ 1660617360 w 1284"/>
              <a:gd name="T85" fmla="*/ 1401978116 h 3067"/>
              <a:gd name="T86" fmla="*/ 1730099456 w 1284"/>
              <a:gd name="T87" fmla="*/ 1267428003 h 3067"/>
              <a:gd name="T88" fmla="*/ 1799581552 w 1284"/>
              <a:gd name="T89" fmla="*/ 1463439051 h 3067"/>
              <a:gd name="T90" fmla="*/ 1837797430 w 1284"/>
              <a:gd name="T91" fmla="*/ 1750810524 h 3067"/>
              <a:gd name="T92" fmla="*/ 2002816586 w 1284"/>
              <a:gd name="T93" fmla="*/ 2131205346 h 3067"/>
              <a:gd name="T94" fmla="*/ 1976760305 w 1284"/>
              <a:gd name="T95" fmla="*/ 2147483647 h 3067"/>
              <a:gd name="T96" fmla="*/ 1912489465 w 1284"/>
              <a:gd name="T97" fmla="*/ 2147483647 h 3067"/>
              <a:gd name="T98" fmla="*/ 2013239098 w 1284"/>
              <a:gd name="T99" fmla="*/ 2147483647 h 3067"/>
              <a:gd name="T100" fmla="*/ 1964600708 w 1284"/>
              <a:gd name="T101" fmla="*/ 2147483647 h 3067"/>
              <a:gd name="T102" fmla="*/ 1962864940 w 1284"/>
              <a:gd name="T103" fmla="*/ 2147483647 h 3067"/>
              <a:gd name="T104" fmla="*/ 2147483647 w 1284"/>
              <a:gd name="T105" fmla="*/ 2147483647 h 3067"/>
              <a:gd name="T106" fmla="*/ 2147483647 w 1284"/>
              <a:gd name="T107" fmla="*/ 2147483647 h 3067"/>
              <a:gd name="T108" fmla="*/ 2146990717 w 1284"/>
              <a:gd name="T109" fmla="*/ 1617922049 h 3067"/>
              <a:gd name="T110" fmla="*/ 2068824511 w 1284"/>
              <a:gd name="T111" fmla="*/ 1385366251 h 3067"/>
              <a:gd name="T112" fmla="*/ 2041031146 w 1284"/>
              <a:gd name="T113" fmla="*/ 1091350484 h 3067"/>
              <a:gd name="T114" fmla="*/ 1985445732 w 1284"/>
              <a:gd name="T115" fmla="*/ 820588299 h 3067"/>
              <a:gd name="T116" fmla="*/ 1938545745 w 1284"/>
              <a:gd name="T117" fmla="*/ 591354970 h 3067"/>
              <a:gd name="T118" fmla="*/ 1742259054 w 1284"/>
              <a:gd name="T119" fmla="*/ 433550631 h 3067"/>
              <a:gd name="T120" fmla="*/ 1335789976 w 1284"/>
              <a:gd name="T121" fmla="*/ 275744923 h 3067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w 1284"/>
              <a:gd name="T184" fmla="*/ 0 h 3067"/>
              <a:gd name="T185" fmla="*/ 1284 w 1284"/>
              <a:gd name="T186" fmla="*/ 3067 h 3067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T183" t="T184" r="T185" b="T186"/>
            <a:pathLst>
              <a:path w="1284" h="3067">
                <a:moveTo>
                  <a:pt x="536" y="4"/>
                </a:moveTo>
                <a:lnTo>
                  <a:pt x="529" y="112"/>
                </a:lnTo>
                <a:lnTo>
                  <a:pt x="526" y="145"/>
                </a:lnTo>
                <a:lnTo>
                  <a:pt x="517" y="166"/>
                </a:lnTo>
                <a:lnTo>
                  <a:pt x="490" y="176"/>
                </a:lnTo>
                <a:lnTo>
                  <a:pt x="468" y="179"/>
                </a:lnTo>
                <a:lnTo>
                  <a:pt x="437" y="192"/>
                </a:lnTo>
                <a:lnTo>
                  <a:pt x="403" y="203"/>
                </a:lnTo>
                <a:lnTo>
                  <a:pt x="366" y="223"/>
                </a:lnTo>
                <a:lnTo>
                  <a:pt x="336" y="234"/>
                </a:lnTo>
                <a:lnTo>
                  <a:pt x="313" y="246"/>
                </a:lnTo>
                <a:lnTo>
                  <a:pt x="282" y="261"/>
                </a:lnTo>
                <a:lnTo>
                  <a:pt x="255" y="267"/>
                </a:lnTo>
                <a:lnTo>
                  <a:pt x="240" y="277"/>
                </a:lnTo>
                <a:lnTo>
                  <a:pt x="220" y="290"/>
                </a:lnTo>
                <a:lnTo>
                  <a:pt x="206" y="312"/>
                </a:lnTo>
                <a:lnTo>
                  <a:pt x="195" y="327"/>
                </a:lnTo>
                <a:lnTo>
                  <a:pt x="179" y="343"/>
                </a:lnTo>
                <a:lnTo>
                  <a:pt x="167" y="357"/>
                </a:lnTo>
                <a:lnTo>
                  <a:pt x="161" y="374"/>
                </a:lnTo>
                <a:lnTo>
                  <a:pt x="153" y="400"/>
                </a:lnTo>
                <a:lnTo>
                  <a:pt x="143" y="433"/>
                </a:lnTo>
                <a:lnTo>
                  <a:pt x="138" y="456"/>
                </a:lnTo>
                <a:lnTo>
                  <a:pt x="138" y="476"/>
                </a:lnTo>
                <a:lnTo>
                  <a:pt x="143" y="511"/>
                </a:lnTo>
                <a:lnTo>
                  <a:pt x="146" y="528"/>
                </a:lnTo>
                <a:lnTo>
                  <a:pt x="141" y="553"/>
                </a:lnTo>
                <a:lnTo>
                  <a:pt x="134" y="571"/>
                </a:lnTo>
                <a:lnTo>
                  <a:pt x="122" y="603"/>
                </a:lnTo>
                <a:lnTo>
                  <a:pt x="117" y="619"/>
                </a:lnTo>
                <a:lnTo>
                  <a:pt x="110" y="651"/>
                </a:lnTo>
                <a:lnTo>
                  <a:pt x="104" y="678"/>
                </a:lnTo>
                <a:lnTo>
                  <a:pt x="98" y="717"/>
                </a:lnTo>
                <a:lnTo>
                  <a:pt x="95" y="757"/>
                </a:lnTo>
                <a:lnTo>
                  <a:pt x="91" y="793"/>
                </a:lnTo>
                <a:lnTo>
                  <a:pt x="92" y="834"/>
                </a:lnTo>
                <a:lnTo>
                  <a:pt x="96" y="873"/>
                </a:lnTo>
                <a:lnTo>
                  <a:pt x="86" y="886"/>
                </a:lnTo>
                <a:lnTo>
                  <a:pt x="74" y="907"/>
                </a:lnTo>
                <a:lnTo>
                  <a:pt x="65" y="930"/>
                </a:lnTo>
                <a:lnTo>
                  <a:pt x="50" y="960"/>
                </a:lnTo>
                <a:lnTo>
                  <a:pt x="45" y="984"/>
                </a:lnTo>
                <a:lnTo>
                  <a:pt x="36" y="1012"/>
                </a:lnTo>
                <a:lnTo>
                  <a:pt x="32" y="1046"/>
                </a:lnTo>
                <a:lnTo>
                  <a:pt x="27" y="1099"/>
                </a:lnTo>
                <a:lnTo>
                  <a:pt x="24" y="1157"/>
                </a:lnTo>
                <a:lnTo>
                  <a:pt x="20" y="1213"/>
                </a:lnTo>
                <a:lnTo>
                  <a:pt x="16" y="1269"/>
                </a:lnTo>
                <a:lnTo>
                  <a:pt x="13" y="1355"/>
                </a:lnTo>
                <a:lnTo>
                  <a:pt x="9" y="1403"/>
                </a:lnTo>
                <a:lnTo>
                  <a:pt x="8" y="1421"/>
                </a:lnTo>
                <a:lnTo>
                  <a:pt x="10" y="1439"/>
                </a:lnTo>
                <a:lnTo>
                  <a:pt x="13" y="1459"/>
                </a:lnTo>
                <a:lnTo>
                  <a:pt x="18" y="1472"/>
                </a:lnTo>
                <a:lnTo>
                  <a:pt x="8" y="1518"/>
                </a:lnTo>
                <a:lnTo>
                  <a:pt x="3" y="1553"/>
                </a:lnTo>
                <a:lnTo>
                  <a:pt x="0" y="1587"/>
                </a:lnTo>
                <a:lnTo>
                  <a:pt x="6" y="1613"/>
                </a:lnTo>
                <a:lnTo>
                  <a:pt x="16" y="1640"/>
                </a:lnTo>
                <a:lnTo>
                  <a:pt x="29" y="1671"/>
                </a:lnTo>
                <a:lnTo>
                  <a:pt x="37" y="1689"/>
                </a:lnTo>
                <a:lnTo>
                  <a:pt x="71" y="1719"/>
                </a:lnTo>
                <a:lnTo>
                  <a:pt x="99" y="1736"/>
                </a:lnTo>
                <a:lnTo>
                  <a:pt x="119" y="1741"/>
                </a:lnTo>
                <a:lnTo>
                  <a:pt x="140" y="1737"/>
                </a:lnTo>
                <a:lnTo>
                  <a:pt x="153" y="1725"/>
                </a:lnTo>
                <a:lnTo>
                  <a:pt x="159" y="1722"/>
                </a:lnTo>
                <a:lnTo>
                  <a:pt x="164" y="1715"/>
                </a:lnTo>
                <a:lnTo>
                  <a:pt x="166" y="1708"/>
                </a:lnTo>
                <a:lnTo>
                  <a:pt x="162" y="1700"/>
                </a:lnTo>
                <a:lnTo>
                  <a:pt x="155" y="1692"/>
                </a:lnTo>
                <a:lnTo>
                  <a:pt x="157" y="1686"/>
                </a:lnTo>
                <a:lnTo>
                  <a:pt x="156" y="1679"/>
                </a:lnTo>
                <a:lnTo>
                  <a:pt x="151" y="1672"/>
                </a:lnTo>
                <a:lnTo>
                  <a:pt x="141" y="1667"/>
                </a:lnTo>
                <a:lnTo>
                  <a:pt x="125" y="1659"/>
                </a:lnTo>
                <a:lnTo>
                  <a:pt x="116" y="1644"/>
                </a:lnTo>
                <a:lnTo>
                  <a:pt x="104" y="1634"/>
                </a:lnTo>
                <a:lnTo>
                  <a:pt x="98" y="1618"/>
                </a:lnTo>
                <a:lnTo>
                  <a:pt x="95" y="1591"/>
                </a:lnTo>
                <a:lnTo>
                  <a:pt x="96" y="1577"/>
                </a:lnTo>
                <a:lnTo>
                  <a:pt x="103" y="1574"/>
                </a:lnTo>
                <a:lnTo>
                  <a:pt x="111" y="1580"/>
                </a:lnTo>
                <a:lnTo>
                  <a:pt x="125" y="1597"/>
                </a:lnTo>
                <a:lnTo>
                  <a:pt x="131" y="1619"/>
                </a:lnTo>
                <a:lnTo>
                  <a:pt x="136" y="1627"/>
                </a:lnTo>
                <a:lnTo>
                  <a:pt x="143" y="1637"/>
                </a:lnTo>
                <a:lnTo>
                  <a:pt x="150" y="1641"/>
                </a:lnTo>
                <a:lnTo>
                  <a:pt x="158" y="1645"/>
                </a:lnTo>
                <a:lnTo>
                  <a:pt x="168" y="1646"/>
                </a:lnTo>
                <a:lnTo>
                  <a:pt x="176" y="1643"/>
                </a:lnTo>
                <a:lnTo>
                  <a:pt x="182" y="1634"/>
                </a:lnTo>
                <a:lnTo>
                  <a:pt x="183" y="1626"/>
                </a:lnTo>
                <a:lnTo>
                  <a:pt x="182" y="1613"/>
                </a:lnTo>
                <a:lnTo>
                  <a:pt x="179" y="1601"/>
                </a:lnTo>
                <a:lnTo>
                  <a:pt x="171" y="1583"/>
                </a:lnTo>
                <a:lnTo>
                  <a:pt x="157" y="1564"/>
                </a:lnTo>
                <a:lnTo>
                  <a:pt x="150" y="1551"/>
                </a:lnTo>
                <a:lnTo>
                  <a:pt x="149" y="1533"/>
                </a:lnTo>
                <a:lnTo>
                  <a:pt x="146" y="1509"/>
                </a:lnTo>
                <a:lnTo>
                  <a:pt x="136" y="1492"/>
                </a:lnTo>
                <a:lnTo>
                  <a:pt x="127" y="1478"/>
                </a:lnTo>
                <a:lnTo>
                  <a:pt x="117" y="1461"/>
                </a:lnTo>
                <a:lnTo>
                  <a:pt x="105" y="1454"/>
                </a:lnTo>
                <a:lnTo>
                  <a:pt x="99" y="1427"/>
                </a:lnTo>
                <a:lnTo>
                  <a:pt x="100" y="1392"/>
                </a:lnTo>
                <a:lnTo>
                  <a:pt x="111" y="1345"/>
                </a:lnTo>
                <a:lnTo>
                  <a:pt x="123" y="1309"/>
                </a:lnTo>
                <a:lnTo>
                  <a:pt x="140" y="1262"/>
                </a:lnTo>
                <a:lnTo>
                  <a:pt x="160" y="1219"/>
                </a:lnTo>
                <a:lnTo>
                  <a:pt x="175" y="1192"/>
                </a:lnTo>
                <a:lnTo>
                  <a:pt x="187" y="1169"/>
                </a:lnTo>
                <a:lnTo>
                  <a:pt x="200" y="1145"/>
                </a:lnTo>
                <a:lnTo>
                  <a:pt x="210" y="1125"/>
                </a:lnTo>
                <a:lnTo>
                  <a:pt x="218" y="1101"/>
                </a:lnTo>
                <a:lnTo>
                  <a:pt x="223" y="1079"/>
                </a:lnTo>
                <a:lnTo>
                  <a:pt x="228" y="1039"/>
                </a:lnTo>
                <a:lnTo>
                  <a:pt x="227" y="1006"/>
                </a:lnTo>
                <a:lnTo>
                  <a:pt x="228" y="968"/>
                </a:lnTo>
                <a:lnTo>
                  <a:pt x="228" y="945"/>
                </a:lnTo>
                <a:lnTo>
                  <a:pt x="226" y="916"/>
                </a:lnTo>
                <a:lnTo>
                  <a:pt x="236" y="907"/>
                </a:lnTo>
                <a:lnTo>
                  <a:pt x="244" y="894"/>
                </a:lnTo>
                <a:lnTo>
                  <a:pt x="249" y="880"/>
                </a:lnTo>
                <a:lnTo>
                  <a:pt x="251" y="857"/>
                </a:lnTo>
                <a:lnTo>
                  <a:pt x="261" y="847"/>
                </a:lnTo>
                <a:lnTo>
                  <a:pt x="272" y="831"/>
                </a:lnTo>
                <a:lnTo>
                  <a:pt x="281" y="811"/>
                </a:lnTo>
                <a:lnTo>
                  <a:pt x="287" y="781"/>
                </a:lnTo>
                <a:lnTo>
                  <a:pt x="289" y="750"/>
                </a:lnTo>
                <a:lnTo>
                  <a:pt x="294" y="720"/>
                </a:lnTo>
                <a:lnTo>
                  <a:pt x="303" y="770"/>
                </a:lnTo>
                <a:lnTo>
                  <a:pt x="309" y="794"/>
                </a:lnTo>
                <a:lnTo>
                  <a:pt x="319" y="823"/>
                </a:lnTo>
                <a:lnTo>
                  <a:pt x="327" y="844"/>
                </a:lnTo>
                <a:lnTo>
                  <a:pt x="337" y="870"/>
                </a:lnTo>
                <a:lnTo>
                  <a:pt x="349" y="903"/>
                </a:lnTo>
                <a:lnTo>
                  <a:pt x="366" y="934"/>
                </a:lnTo>
                <a:lnTo>
                  <a:pt x="381" y="974"/>
                </a:lnTo>
                <a:lnTo>
                  <a:pt x="378" y="1002"/>
                </a:lnTo>
                <a:lnTo>
                  <a:pt x="378" y="1036"/>
                </a:lnTo>
                <a:lnTo>
                  <a:pt x="371" y="1055"/>
                </a:lnTo>
                <a:lnTo>
                  <a:pt x="359" y="1088"/>
                </a:lnTo>
                <a:lnTo>
                  <a:pt x="355" y="1111"/>
                </a:lnTo>
                <a:lnTo>
                  <a:pt x="355" y="1130"/>
                </a:lnTo>
                <a:lnTo>
                  <a:pt x="360" y="1156"/>
                </a:lnTo>
                <a:lnTo>
                  <a:pt x="350" y="1178"/>
                </a:lnTo>
                <a:lnTo>
                  <a:pt x="342" y="1196"/>
                </a:lnTo>
                <a:lnTo>
                  <a:pt x="335" y="1213"/>
                </a:lnTo>
                <a:lnTo>
                  <a:pt x="329" y="1237"/>
                </a:lnTo>
                <a:lnTo>
                  <a:pt x="325" y="1263"/>
                </a:lnTo>
                <a:lnTo>
                  <a:pt x="322" y="1294"/>
                </a:lnTo>
                <a:lnTo>
                  <a:pt x="313" y="1329"/>
                </a:lnTo>
                <a:lnTo>
                  <a:pt x="309" y="1364"/>
                </a:lnTo>
                <a:lnTo>
                  <a:pt x="305" y="1408"/>
                </a:lnTo>
                <a:lnTo>
                  <a:pt x="304" y="1456"/>
                </a:lnTo>
                <a:lnTo>
                  <a:pt x="305" y="1507"/>
                </a:lnTo>
                <a:lnTo>
                  <a:pt x="311" y="1560"/>
                </a:lnTo>
                <a:lnTo>
                  <a:pt x="319" y="1619"/>
                </a:lnTo>
                <a:lnTo>
                  <a:pt x="323" y="1658"/>
                </a:lnTo>
                <a:lnTo>
                  <a:pt x="326" y="1708"/>
                </a:lnTo>
                <a:lnTo>
                  <a:pt x="333" y="1756"/>
                </a:lnTo>
                <a:lnTo>
                  <a:pt x="341" y="1807"/>
                </a:lnTo>
                <a:lnTo>
                  <a:pt x="353" y="1853"/>
                </a:lnTo>
                <a:lnTo>
                  <a:pt x="364" y="1901"/>
                </a:lnTo>
                <a:lnTo>
                  <a:pt x="374" y="1945"/>
                </a:lnTo>
                <a:lnTo>
                  <a:pt x="384" y="1968"/>
                </a:lnTo>
                <a:lnTo>
                  <a:pt x="394" y="1998"/>
                </a:lnTo>
                <a:lnTo>
                  <a:pt x="405" y="2019"/>
                </a:lnTo>
                <a:lnTo>
                  <a:pt x="410" y="2067"/>
                </a:lnTo>
                <a:lnTo>
                  <a:pt x="408" y="2105"/>
                </a:lnTo>
                <a:lnTo>
                  <a:pt x="407" y="2195"/>
                </a:lnTo>
                <a:lnTo>
                  <a:pt x="399" y="2228"/>
                </a:lnTo>
                <a:lnTo>
                  <a:pt x="388" y="2261"/>
                </a:lnTo>
                <a:lnTo>
                  <a:pt x="381" y="2301"/>
                </a:lnTo>
                <a:lnTo>
                  <a:pt x="376" y="2336"/>
                </a:lnTo>
                <a:lnTo>
                  <a:pt x="373" y="2368"/>
                </a:lnTo>
                <a:lnTo>
                  <a:pt x="371" y="2400"/>
                </a:lnTo>
                <a:lnTo>
                  <a:pt x="371" y="2430"/>
                </a:lnTo>
                <a:lnTo>
                  <a:pt x="372" y="2465"/>
                </a:lnTo>
                <a:lnTo>
                  <a:pt x="381" y="2508"/>
                </a:lnTo>
                <a:lnTo>
                  <a:pt x="394" y="2553"/>
                </a:lnTo>
                <a:lnTo>
                  <a:pt x="418" y="2631"/>
                </a:lnTo>
                <a:lnTo>
                  <a:pt x="432" y="2682"/>
                </a:lnTo>
                <a:lnTo>
                  <a:pt x="446" y="2729"/>
                </a:lnTo>
                <a:lnTo>
                  <a:pt x="458" y="2795"/>
                </a:lnTo>
                <a:lnTo>
                  <a:pt x="463" y="2837"/>
                </a:lnTo>
                <a:lnTo>
                  <a:pt x="461" y="2863"/>
                </a:lnTo>
                <a:lnTo>
                  <a:pt x="454" y="2876"/>
                </a:lnTo>
                <a:lnTo>
                  <a:pt x="451" y="2890"/>
                </a:lnTo>
                <a:lnTo>
                  <a:pt x="448" y="2904"/>
                </a:lnTo>
                <a:lnTo>
                  <a:pt x="450" y="2921"/>
                </a:lnTo>
                <a:lnTo>
                  <a:pt x="449" y="2927"/>
                </a:lnTo>
                <a:lnTo>
                  <a:pt x="445" y="2945"/>
                </a:lnTo>
                <a:lnTo>
                  <a:pt x="433" y="2957"/>
                </a:lnTo>
                <a:lnTo>
                  <a:pt x="423" y="2963"/>
                </a:lnTo>
                <a:lnTo>
                  <a:pt x="413" y="2980"/>
                </a:lnTo>
                <a:lnTo>
                  <a:pt x="409" y="2992"/>
                </a:lnTo>
                <a:lnTo>
                  <a:pt x="402" y="3009"/>
                </a:lnTo>
                <a:lnTo>
                  <a:pt x="393" y="3020"/>
                </a:lnTo>
                <a:lnTo>
                  <a:pt x="392" y="3029"/>
                </a:lnTo>
                <a:lnTo>
                  <a:pt x="404" y="3042"/>
                </a:lnTo>
                <a:lnTo>
                  <a:pt x="422" y="3049"/>
                </a:lnTo>
                <a:lnTo>
                  <a:pt x="439" y="3053"/>
                </a:lnTo>
                <a:lnTo>
                  <a:pt x="458" y="3058"/>
                </a:lnTo>
                <a:lnTo>
                  <a:pt x="479" y="3065"/>
                </a:lnTo>
                <a:lnTo>
                  <a:pt x="500" y="3066"/>
                </a:lnTo>
                <a:lnTo>
                  <a:pt x="525" y="3065"/>
                </a:lnTo>
                <a:lnTo>
                  <a:pt x="539" y="3053"/>
                </a:lnTo>
                <a:lnTo>
                  <a:pt x="549" y="3060"/>
                </a:lnTo>
                <a:lnTo>
                  <a:pt x="560" y="3066"/>
                </a:lnTo>
                <a:lnTo>
                  <a:pt x="570" y="3066"/>
                </a:lnTo>
                <a:lnTo>
                  <a:pt x="581" y="3062"/>
                </a:lnTo>
                <a:lnTo>
                  <a:pt x="589" y="3058"/>
                </a:lnTo>
                <a:lnTo>
                  <a:pt x="597" y="3051"/>
                </a:lnTo>
                <a:lnTo>
                  <a:pt x="601" y="3042"/>
                </a:lnTo>
                <a:lnTo>
                  <a:pt x="601" y="3032"/>
                </a:lnTo>
                <a:lnTo>
                  <a:pt x="596" y="3007"/>
                </a:lnTo>
                <a:lnTo>
                  <a:pt x="589" y="2986"/>
                </a:lnTo>
                <a:lnTo>
                  <a:pt x="583" y="2955"/>
                </a:lnTo>
                <a:lnTo>
                  <a:pt x="575" y="2936"/>
                </a:lnTo>
                <a:lnTo>
                  <a:pt x="579" y="2888"/>
                </a:lnTo>
                <a:lnTo>
                  <a:pt x="571" y="2866"/>
                </a:lnTo>
                <a:lnTo>
                  <a:pt x="561" y="2848"/>
                </a:lnTo>
                <a:lnTo>
                  <a:pt x="559" y="2825"/>
                </a:lnTo>
                <a:lnTo>
                  <a:pt x="555" y="2787"/>
                </a:lnTo>
                <a:lnTo>
                  <a:pt x="560" y="2746"/>
                </a:lnTo>
                <a:lnTo>
                  <a:pt x="563" y="2698"/>
                </a:lnTo>
                <a:lnTo>
                  <a:pt x="572" y="2644"/>
                </a:lnTo>
                <a:lnTo>
                  <a:pt x="575" y="2617"/>
                </a:lnTo>
                <a:lnTo>
                  <a:pt x="596" y="2563"/>
                </a:lnTo>
                <a:lnTo>
                  <a:pt x="599" y="2511"/>
                </a:lnTo>
                <a:lnTo>
                  <a:pt x="598" y="2475"/>
                </a:lnTo>
                <a:lnTo>
                  <a:pt x="597" y="2438"/>
                </a:lnTo>
                <a:lnTo>
                  <a:pt x="593" y="2406"/>
                </a:lnTo>
                <a:lnTo>
                  <a:pt x="586" y="2367"/>
                </a:lnTo>
                <a:lnTo>
                  <a:pt x="581" y="2328"/>
                </a:lnTo>
                <a:lnTo>
                  <a:pt x="584" y="2283"/>
                </a:lnTo>
                <a:lnTo>
                  <a:pt x="597" y="2259"/>
                </a:lnTo>
                <a:lnTo>
                  <a:pt x="604" y="2239"/>
                </a:lnTo>
                <a:lnTo>
                  <a:pt x="610" y="2210"/>
                </a:lnTo>
                <a:lnTo>
                  <a:pt x="615" y="2182"/>
                </a:lnTo>
                <a:lnTo>
                  <a:pt x="617" y="2153"/>
                </a:lnTo>
                <a:lnTo>
                  <a:pt x="618" y="2130"/>
                </a:lnTo>
                <a:lnTo>
                  <a:pt x="614" y="2114"/>
                </a:lnTo>
                <a:lnTo>
                  <a:pt x="612" y="2094"/>
                </a:lnTo>
                <a:lnTo>
                  <a:pt x="612" y="2070"/>
                </a:lnTo>
                <a:lnTo>
                  <a:pt x="614" y="2044"/>
                </a:lnTo>
                <a:lnTo>
                  <a:pt x="622" y="2018"/>
                </a:lnTo>
                <a:lnTo>
                  <a:pt x="626" y="1994"/>
                </a:lnTo>
                <a:lnTo>
                  <a:pt x="628" y="1973"/>
                </a:lnTo>
                <a:lnTo>
                  <a:pt x="624" y="1948"/>
                </a:lnTo>
                <a:lnTo>
                  <a:pt x="617" y="1920"/>
                </a:lnTo>
                <a:lnTo>
                  <a:pt x="613" y="1869"/>
                </a:lnTo>
                <a:lnTo>
                  <a:pt x="618" y="1832"/>
                </a:lnTo>
                <a:lnTo>
                  <a:pt x="627" y="1769"/>
                </a:lnTo>
                <a:lnTo>
                  <a:pt x="633" y="1723"/>
                </a:lnTo>
                <a:lnTo>
                  <a:pt x="646" y="1537"/>
                </a:lnTo>
                <a:lnTo>
                  <a:pt x="650" y="1722"/>
                </a:lnTo>
                <a:lnTo>
                  <a:pt x="657" y="1766"/>
                </a:lnTo>
                <a:lnTo>
                  <a:pt x="665" y="1832"/>
                </a:lnTo>
                <a:lnTo>
                  <a:pt x="671" y="1868"/>
                </a:lnTo>
                <a:lnTo>
                  <a:pt x="668" y="1914"/>
                </a:lnTo>
                <a:lnTo>
                  <a:pt x="659" y="1948"/>
                </a:lnTo>
                <a:lnTo>
                  <a:pt x="655" y="1971"/>
                </a:lnTo>
                <a:lnTo>
                  <a:pt x="658" y="2001"/>
                </a:lnTo>
                <a:lnTo>
                  <a:pt x="664" y="2027"/>
                </a:lnTo>
                <a:lnTo>
                  <a:pt x="672" y="2059"/>
                </a:lnTo>
                <a:lnTo>
                  <a:pt x="673" y="2100"/>
                </a:lnTo>
                <a:lnTo>
                  <a:pt x="665" y="2124"/>
                </a:lnTo>
                <a:lnTo>
                  <a:pt x="664" y="2146"/>
                </a:lnTo>
                <a:lnTo>
                  <a:pt x="668" y="2179"/>
                </a:lnTo>
                <a:lnTo>
                  <a:pt x="673" y="2210"/>
                </a:lnTo>
                <a:lnTo>
                  <a:pt x="680" y="2238"/>
                </a:lnTo>
                <a:lnTo>
                  <a:pt x="692" y="2265"/>
                </a:lnTo>
                <a:lnTo>
                  <a:pt x="701" y="2288"/>
                </a:lnTo>
                <a:lnTo>
                  <a:pt x="701" y="2322"/>
                </a:lnTo>
                <a:lnTo>
                  <a:pt x="699" y="2362"/>
                </a:lnTo>
                <a:lnTo>
                  <a:pt x="689" y="2413"/>
                </a:lnTo>
                <a:lnTo>
                  <a:pt x="688" y="2454"/>
                </a:lnTo>
                <a:lnTo>
                  <a:pt x="685" y="2488"/>
                </a:lnTo>
                <a:lnTo>
                  <a:pt x="685" y="2522"/>
                </a:lnTo>
                <a:lnTo>
                  <a:pt x="687" y="2563"/>
                </a:lnTo>
                <a:lnTo>
                  <a:pt x="707" y="2610"/>
                </a:lnTo>
                <a:lnTo>
                  <a:pt x="715" y="2667"/>
                </a:lnTo>
                <a:lnTo>
                  <a:pt x="723" y="2739"/>
                </a:lnTo>
                <a:lnTo>
                  <a:pt x="729" y="2783"/>
                </a:lnTo>
                <a:lnTo>
                  <a:pt x="727" y="2817"/>
                </a:lnTo>
                <a:lnTo>
                  <a:pt x="722" y="2848"/>
                </a:lnTo>
                <a:lnTo>
                  <a:pt x="712" y="2869"/>
                </a:lnTo>
                <a:lnTo>
                  <a:pt x="705" y="2889"/>
                </a:lnTo>
                <a:lnTo>
                  <a:pt x="706" y="2907"/>
                </a:lnTo>
                <a:lnTo>
                  <a:pt x="708" y="2936"/>
                </a:lnTo>
                <a:lnTo>
                  <a:pt x="701" y="2955"/>
                </a:lnTo>
                <a:lnTo>
                  <a:pt x="696" y="2981"/>
                </a:lnTo>
                <a:lnTo>
                  <a:pt x="690" y="3000"/>
                </a:lnTo>
                <a:lnTo>
                  <a:pt x="685" y="3020"/>
                </a:lnTo>
                <a:lnTo>
                  <a:pt x="683" y="3031"/>
                </a:lnTo>
                <a:lnTo>
                  <a:pt x="683" y="3041"/>
                </a:lnTo>
                <a:lnTo>
                  <a:pt x="686" y="3051"/>
                </a:lnTo>
                <a:lnTo>
                  <a:pt x="693" y="3057"/>
                </a:lnTo>
                <a:lnTo>
                  <a:pt x="702" y="3062"/>
                </a:lnTo>
                <a:lnTo>
                  <a:pt x="709" y="3065"/>
                </a:lnTo>
                <a:lnTo>
                  <a:pt x="720" y="3065"/>
                </a:lnTo>
                <a:lnTo>
                  <a:pt x="730" y="3062"/>
                </a:lnTo>
                <a:lnTo>
                  <a:pt x="746" y="3054"/>
                </a:lnTo>
                <a:lnTo>
                  <a:pt x="758" y="3065"/>
                </a:lnTo>
                <a:lnTo>
                  <a:pt x="795" y="3065"/>
                </a:lnTo>
                <a:lnTo>
                  <a:pt x="819" y="3062"/>
                </a:lnTo>
                <a:lnTo>
                  <a:pt x="837" y="3055"/>
                </a:lnTo>
                <a:lnTo>
                  <a:pt x="857" y="3049"/>
                </a:lnTo>
                <a:lnTo>
                  <a:pt x="875" y="3046"/>
                </a:lnTo>
                <a:lnTo>
                  <a:pt x="885" y="3040"/>
                </a:lnTo>
                <a:lnTo>
                  <a:pt x="890" y="3032"/>
                </a:lnTo>
                <a:lnTo>
                  <a:pt x="891" y="3020"/>
                </a:lnTo>
                <a:lnTo>
                  <a:pt x="885" y="3016"/>
                </a:lnTo>
                <a:lnTo>
                  <a:pt x="876" y="2998"/>
                </a:lnTo>
                <a:lnTo>
                  <a:pt x="869" y="2975"/>
                </a:lnTo>
                <a:lnTo>
                  <a:pt x="857" y="2960"/>
                </a:lnTo>
                <a:lnTo>
                  <a:pt x="848" y="2955"/>
                </a:lnTo>
                <a:lnTo>
                  <a:pt x="839" y="2943"/>
                </a:lnTo>
                <a:lnTo>
                  <a:pt x="836" y="2932"/>
                </a:lnTo>
                <a:lnTo>
                  <a:pt x="834" y="2915"/>
                </a:lnTo>
                <a:lnTo>
                  <a:pt x="836" y="2903"/>
                </a:lnTo>
                <a:lnTo>
                  <a:pt x="834" y="2895"/>
                </a:lnTo>
                <a:lnTo>
                  <a:pt x="829" y="2876"/>
                </a:lnTo>
                <a:lnTo>
                  <a:pt x="821" y="2858"/>
                </a:lnTo>
                <a:lnTo>
                  <a:pt x="819" y="2835"/>
                </a:lnTo>
                <a:lnTo>
                  <a:pt x="824" y="2804"/>
                </a:lnTo>
                <a:lnTo>
                  <a:pt x="831" y="2763"/>
                </a:lnTo>
                <a:lnTo>
                  <a:pt x="841" y="2710"/>
                </a:lnTo>
                <a:lnTo>
                  <a:pt x="863" y="2637"/>
                </a:lnTo>
                <a:lnTo>
                  <a:pt x="881" y="2579"/>
                </a:lnTo>
                <a:lnTo>
                  <a:pt x="900" y="2515"/>
                </a:lnTo>
                <a:lnTo>
                  <a:pt x="911" y="2465"/>
                </a:lnTo>
                <a:lnTo>
                  <a:pt x="911" y="2421"/>
                </a:lnTo>
                <a:lnTo>
                  <a:pt x="911" y="2382"/>
                </a:lnTo>
                <a:lnTo>
                  <a:pt x="908" y="2348"/>
                </a:lnTo>
                <a:lnTo>
                  <a:pt x="904" y="2314"/>
                </a:lnTo>
                <a:lnTo>
                  <a:pt x="899" y="2278"/>
                </a:lnTo>
                <a:lnTo>
                  <a:pt x="889" y="2240"/>
                </a:lnTo>
                <a:lnTo>
                  <a:pt x="881" y="2210"/>
                </a:lnTo>
                <a:lnTo>
                  <a:pt x="878" y="2190"/>
                </a:lnTo>
                <a:lnTo>
                  <a:pt x="874" y="2137"/>
                </a:lnTo>
                <a:lnTo>
                  <a:pt x="876" y="2099"/>
                </a:lnTo>
                <a:lnTo>
                  <a:pt x="874" y="2067"/>
                </a:lnTo>
                <a:lnTo>
                  <a:pt x="876" y="2022"/>
                </a:lnTo>
                <a:lnTo>
                  <a:pt x="886" y="2001"/>
                </a:lnTo>
                <a:lnTo>
                  <a:pt x="899" y="1969"/>
                </a:lnTo>
                <a:lnTo>
                  <a:pt x="908" y="1947"/>
                </a:lnTo>
                <a:lnTo>
                  <a:pt x="921" y="1886"/>
                </a:lnTo>
                <a:lnTo>
                  <a:pt x="934" y="1831"/>
                </a:lnTo>
                <a:lnTo>
                  <a:pt x="945" y="1768"/>
                </a:lnTo>
                <a:lnTo>
                  <a:pt x="956" y="1704"/>
                </a:lnTo>
                <a:lnTo>
                  <a:pt x="963" y="1619"/>
                </a:lnTo>
                <a:lnTo>
                  <a:pt x="973" y="1555"/>
                </a:lnTo>
                <a:lnTo>
                  <a:pt x="978" y="1515"/>
                </a:lnTo>
                <a:lnTo>
                  <a:pt x="979" y="1486"/>
                </a:lnTo>
                <a:lnTo>
                  <a:pt x="980" y="1455"/>
                </a:lnTo>
                <a:lnTo>
                  <a:pt x="979" y="1430"/>
                </a:lnTo>
                <a:lnTo>
                  <a:pt x="978" y="1394"/>
                </a:lnTo>
                <a:lnTo>
                  <a:pt x="974" y="1353"/>
                </a:lnTo>
                <a:lnTo>
                  <a:pt x="968" y="1318"/>
                </a:lnTo>
                <a:lnTo>
                  <a:pt x="961" y="1290"/>
                </a:lnTo>
                <a:lnTo>
                  <a:pt x="957" y="1254"/>
                </a:lnTo>
                <a:lnTo>
                  <a:pt x="953" y="1229"/>
                </a:lnTo>
                <a:lnTo>
                  <a:pt x="949" y="1212"/>
                </a:lnTo>
                <a:lnTo>
                  <a:pt x="942" y="1196"/>
                </a:lnTo>
                <a:lnTo>
                  <a:pt x="931" y="1172"/>
                </a:lnTo>
                <a:lnTo>
                  <a:pt x="923" y="1153"/>
                </a:lnTo>
                <a:lnTo>
                  <a:pt x="929" y="1130"/>
                </a:lnTo>
                <a:lnTo>
                  <a:pt x="929" y="1114"/>
                </a:lnTo>
                <a:lnTo>
                  <a:pt x="928" y="1095"/>
                </a:lnTo>
                <a:lnTo>
                  <a:pt x="924" y="1083"/>
                </a:lnTo>
                <a:lnTo>
                  <a:pt x="917" y="1067"/>
                </a:lnTo>
                <a:lnTo>
                  <a:pt x="910" y="1048"/>
                </a:lnTo>
                <a:lnTo>
                  <a:pt x="906" y="1035"/>
                </a:lnTo>
                <a:lnTo>
                  <a:pt x="906" y="1011"/>
                </a:lnTo>
                <a:lnTo>
                  <a:pt x="906" y="994"/>
                </a:lnTo>
                <a:lnTo>
                  <a:pt x="903" y="980"/>
                </a:lnTo>
                <a:lnTo>
                  <a:pt x="903" y="970"/>
                </a:lnTo>
                <a:lnTo>
                  <a:pt x="910" y="952"/>
                </a:lnTo>
                <a:lnTo>
                  <a:pt x="921" y="927"/>
                </a:lnTo>
                <a:lnTo>
                  <a:pt x="932" y="907"/>
                </a:lnTo>
                <a:lnTo>
                  <a:pt x="937" y="895"/>
                </a:lnTo>
                <a:lnTo>
                  <a:pt x="946" y="869"/>
                </a:lnTo>
                <a:lnTo>
                  <a:pt x="956" y="844"/>
                </a:lnTo>
                <a:lnTo>
                  <a:pt x="961" y="830"/>
                </a:lnTo>
                <a:lnTo>
                  <a:pt x="968" y="814"/>
                </a:lnTo>
                <a:lnTo>
                  <a:pt x="975" y="790"/>
                </a:lnTo>
                <a:lnTo>
                  <a:pt x="981" y="765"/>
                </a:lnTo>
                <a:lnTo>
                  <a:pt x="984" y="749"/>
                </a:lnTo>
                <a:lnTo>
                  <a:pt x="987" y="730"/>
                </a:lnTo>
                <a:lnTo>
                  <a:pt x="990" y="719"/>
                </a:lnTo>
                <a:lnTo>
                  <a:pt x="995" y="748"/>
                </a:lnTo>
                <a:lnTo>
                  <a:pt x="996" y="763"/>
                </a:lnTo>
                <a:lnTo>
                  <a:pt x="997" y="779"/>
                </a:lnTo>
                <a:lnTo>
                  <a:pt x="999" y="794"/>
                </a:lnTo>
                <a:lnTo>
                  <a:pt x="1002" y="805"/>
                </a:lnTo>
                <a:lnTo>
                  <a:pt x="1006" y="818"/>
                </a:lnTo>
                <a:lnTo>
                  <a:pt x="1013" y="831"/>
                </a:lnTo>
                <a:lnTo>
                  <a:pt x="1023" y="845"/>
                </a:lnTo>
                <a:lnTo>
                  <a:pt x="1033" y="856"/>
                </a:lnTo>
                <a:lnTo>
                  <a:pt x="1035" y="873"/>
                </a:lnTo>
                <a:lnTo>
                  <a:pt x="1036" y="881"/>
                </a:lnTo>
                <a:lnTo>
                  <a:pt x="1041" y="887"/>
                </a:lnTo>
                <a:lnTo>
                  <a:pt x="1046" y="895"/>
                </a:lnTo>
                <a:lnTo>
                  <a:pt x="1058" y="915"/>
                </a:lnTo>
                <a:lnTo>
                  <a:pt x="1056" y="942"/>
                </a:lnTo>
                <a:lnTo>
                  <a:pt x="1056" y="961"/>
                </a:lnTo>
                <a:lnTo>
                  <a:pt x="1056" y="986"/>
                </a:lnTo>
                <a:lnTo>
                  <a:pt x="1056" y="1024"/>
                </a:lnTo>
                <a:lnTo>
                  <a:pt x="1056" y="1039"/>
                </a:lnTo>
                <a:lnTo>
                  <a:pt x="1058" y="1054"/>
                </a:lnTo>
                <a:lnTo>
                  <a:pt x="1060" y="1072"/>
                </a:lnTo>
                <a:lnTo>
                  <a:pt x="1064" y="1087"/>
                </a:lnTo>
                <a:lnTo>
                  <a:pt x="1070" y="1106"/>
                </a:lnTo>
                <a:lnTo>
                  <a:pt x="1074" y="1121"/>
                </a:lnTo>
                <a:lnTo>
                  <a:pt x="1086" y="1146"/>
                </a:lnTo>
                <a:lnTo>
                  <a:pt x="1112" y="1197"/>
                </a:lnTo>
                <a:lnTo>
                  <a:pt x="1134" y="1239"/>
                </a:lnTo>
                <a:lnTo>
                  <a:pt x="1145" y="1261"/>
                </a:lnTo>
                <a:lnTo>
                  <a:pt x="1153" y="1283"/>
                </a:lnTo>
                <a:lnTo>
                  <a:pt x="1160" y="1303"/>
                </a:lnTo>
                <a:lnTo>
                  <a:pt x="1165" y="1321"/>
                </a:lnTo>
                <a:lnTo>
                  <a:pt x="1178" y="1363"/>
                </a:lnTo>
                <a:lnTo>
                  <a:pt x="1184" y="1389"/>
                </a:lnTo>
                <a:lnTo>
                  <a:pt x="1185" y="1428"/>
                </a:lnTo>
                <a:lnTo>
                  <a:pt x="1178" y="1453"/>
                </a:lnTo>
                <a:lnTo>
                  <a:pt x="1167" y="1460"/>
                </a:lnTo>
                <a:lnTo>
                  <a:pt x="1149" y="1489"/>
                </a:lnTo>
                <a:lnTo>
                  <a:pt x="1138" y="1508"/>
                </a:lnTo>
                <a:lnTo>
                  <a:pt x="1133" y="1550"/>
                </a:lnTo>
                <a:lnTo>
                  <a:pt x="1127" y="1564"/>
                </a:lnTo>
                <a:lnTo>
                  <a:pt x="1114" y="1581"/>
                </a:lnTo>
                <a:lnTo>
                  <a:pt x="1107" y="1593"/>
                </a:lnTo>
                <a:lnTo>
                  <a:pt x="1103" y="1604"/>
                </a:lnTo>
                <a:lnTo>
                  <a:pt x="1101" y="1613"/>
                </a:lnTo>
                <a:lnTo>
                  <a:pt x="1100" y="1621"/>
                </a:lnTo>
                <a:lnTo>
                  <a:pt x="1100" y="1629"/>
                </a:lnTo>
                <a:lnTo>
                  <a:pt x="1101" y="1634"/>
                </a:lnTo>
                <a:lnTo>
                  <a:pt x="1104" y="1640"/>
                </a:lnTo>
                <a:lnTo>
                  <a:pt x="1108" y="1644"/>
                </a:lnTo>
                <a:lnTo>
                  <a:pt x="1117" y="1645"/>
                </a:lnTo>
                <a:lnTo>
                  <a:pt x="1124" y="1645"/>
                </a:lnTo>
                <a:lnTo>
                  <a:pt x="1130" y="1644"/>
                </a:lnTo>
                <a:lnTo>
                  <a:pt x="1138" y="1640"/>
                </a:lnTo>
                <a:lnTo>
                  <a:pt x="1145" y="1631"/>
                </a:lnTo>
                <a:lnTo>
                  <a:pt x="1152" y="1617"/>
                </a:lnTo>
                <a:lnTo>
                  <a:pt x="1159" y="1597"/>
                </a:lnTo>
                <a:lnTo>
                  <a:pt x="1177" y="1574"/>
                </a:lnTo>
                <a:lnTo>
                  <a:pt x="1187" y="1572"/>
                </a:lnTo>
                <a:lnTo>
                  <a:pt x="1186" y="1591"/>
                </a:lnTo>
                <a:lnTo>
                  <a:pt x="1184" y="1612"/>
                </a:lnTo>
                <a:lnTo>
                  <a:pt x="1181" y="1633"/>
                </a:lnTo>
                <a:lnTo>
                  <a:pt x="1173" y="1647"/>
                </a:lnTo>
                <a:lnTo>
                  <a:pt x="1161" y="1657"/>
                </a:lnTo>
                <a:lnTo>
                  <a:pt x="1140" y="1667"/>
                </a:lnTo>
                <a:lnTo>
                  <a:pt x="1131" y="1670"/>
                </a:lnTo>
                <a:lnTo>
                  <a:pt x="1128" y="1676"/>
                </a:lnTo>
                <a:lnTo>
                  <a:pt x="1128" y="1684"/>
                </a:lnTo>
                <a:lnTo>
                  <a:pt x="1132" y="1688"/>
                </a:lnTo>
                <a:lnTo>
                  <a:pt x="1125" y="1691"/>
                </a:lnTo>
                <a:lnTo>
                  <a:pt x="1119" y="1697"/>
                </a:lnTo>
                <a:lnTo>
                  <a:pt x="1116" y="1702"/>
                </a:lnTo>
                <a:lnTo>
                  <a:pt x="1116" y="1709"/>
                </a:lnTo>
                <a:lnTo>
                  <a:pt x="1119" y="1715"/>
                </a:lnTo>
                <a:lnTo>
                  <a:pt x="1130" y="1719"/>
                </a:lnTo>
                <a:lnTo>
                  <a:pt x="1143" y="1735"/>
                </a:lnTo>
                <a:lnTo>
                  <a:pt x="1164" y="1738"/>
                </a:lnTo>
                <a:lnTo>
                  <a:pt x="1183" y="1735"/>
                </a:lnTo>
                <a:lnTo>
                  <a:pt x="1212" y="1719"/>
                </a:lnTo>
                <a:lnTo>
                  <a:pt x="1246" y="1688"/>
                </a:lnTo>
                <a:lnTo>
                  <a:pt x="1263" y="1649"/>
                </a:lnTo>
                <a:lnTo>
                  <a:pt x="1274" y="1620"/>
                </a:lnTo>
                <a:lnTo>
                  <a:pt x="1283" y="1586"/>
                </a:lnTo>
                <a:lnTo>
                  <a:pt x="1280" y="1555"/>
                </a:lnTo>
                <a:lnTo>
                  <a:pt x="1273" y="1512"/>
                </a:lnTo>
                <a:lnTo>
                  <a:pt x="1266" y="1470"/>
                </a:lnTo>
                <a:lnTo>
                  <a:pt x="1269" y="1462"/>
                </a:lnTo>
                <a:lnTo>
                  <a:pt x="1272" y="1448"/>
                </a:lnTo>
                <a:lnTo>
                  <a:pt x="1273" y="1437"/>
                </a:lnTo>
                <a:lnTo>
                  <a:pt x="1274" y="1419"/>
                </a:lnTo>
                <a:lnTo>
                  <a:pt x="1273" y="1392"/>
                </a:lnTo>
                <a:lnTo>
                  <a:pt x="1270" y="1362"/>
                </a:lnTo>
                <a:lnTo>
                  <a:pt x="1268" y="1297"/>
                </a:lnTo>
                <a:lnTo>
                  <a:pt x="1267" y="1261"/>
                </a:lnTo>
                <a:lnTo>
                  <a:pt x="1265" y="1226"/>
                </a:lnTo>
                <a:lnTo>
                  <a:pt x="1260" y="1150"/>
                </a:lnTo>
                <a:lnTo>
                  <a:pt x="1256" y="1090"/>
                </a:lnTo>
                <a:lnTo>
                  <a:pt x="1252" y="1052"/>
                </a:lnTo>
                <a:lnTo>
                  <a:pt x="1250" y="1026"/>
                </a:lnTo>
                <a:lnTo>
                  <a:pt x="1247" y="1007"/>
                </a:lnTo>
                <a:lnTo>
                  <a:pt x="1240" y="988"/>
                </a:lnTo>
                <a:lnTo>
                  <a:pt x="1236" y="974"/>
                </a:lnTo>
                <a:lnTo>
                  <a:pt x="1234" y="960"/>
                </a:lnTo>
                <a:lnTo>
                  <a:pt x="1223" y="937"/>
                </a:lnTo>
                <a:lnTo>
                  <a:pt x="1216" y="921"/>
                </a:lnTo>
                <a:lnTo>
                  <a:pt x="1211" y="907"/>
                </a:lnTo>
                <a:lnTo>
                  <a:pt x="1203" y="894"/>
                </a:lnTo>
                <a:lnTo>
                  <a:pt x="1194" y="881"/>
                </a:lnTo>
                <a:lnTo>
                  <a:pt x="1187" y="873"/>
                </a:lnTo>
                <a:lnTo>
                  <a:pt x="1190" y="852"/>
                </a:lnTo>
                <a:lnTo>
                  <a:pt x="1191" y="834"/>
                </a:lnTo>
                <a:lnTo>
                  <a:pt x="1192" y="815"/>
                </a:lnTo>
                <a:lnTo>
                  <a:pt x="1193" y="796"/>
                </a:lnTo>
                <a:lnTo>
                  <a:pt x="1192" y="776"/>
                </a:lnTo>
                <a:lnTo>
                  <a:pt x="1188" y="751"/>
                </a:lnTo>
                <a:lnTo>
                  <a:pt x="1187" y="730"/>
                </a:lnTo>
                <a:lnTo>
                  <a:pt x="1185" y="711"/>
                </a:lnTo>
                <a:lnTo>
                  <a:pt x="1182" y="691"/>
                </a:lnTo>
                <a:lnTo>
                  <a:pt x="1179" y="673"/>
                </a:lnTo>
                <a:lnTo>
                  <a:pt x="1175" y="657"/>
                </a:lnTo>
                <a:lnTo>
                  <a:pt x="1172" y="639"/>
                </a:lnTo>
                <a:lnTo>
                  <a:pt x="1167" y="620"/>
                </a:lnTo>
                <a:lnTo>
                  <a:pt x="1163" y="604"/>
                </a:lnTo>
                <a:lnTo>
                  <a:pt x="1157" y="588"/>
                </a:lnTo>
                <a:lnTo>
                  <a:pt x="1149" y="570"/>
                </a:lnTo>
                <a:lnTo>
                  <a:pt x="1143" y="554"/>
                </a:lnTo>
                <a:lnTo>
                  <a:pt x="1140" y="542"/>
                </a:lnTo>
                <a:lnTo>
                  <a:pt x="1138" y="526"/>
                </a:lnTo>
                <a:lnTo>
                  <a:pt x="1143" y="494"/>
                </a:lnTo>
                <a:lnTo>
                  <a:pt x="1145" y="479"/>
                </a:lnTo>
                <a:lnTo>
                  <a:pt x="1145" y="468"/>
                </a:lnTo>
                <a:lnTo>
                  <a:pt x="1145" y="454"/>
                </a:lnTo>
                <a:lnTo>
                  <a:pt x="1140" y="429"/>
                </a:lnTo>
                <a:lnTo>
                  <a:pt x="1136" y="418"/>
                </a:lnTo>
                <a:lnTo>
                  <a:pt x="1131" y="400"/>
                </a:lnTo>
                <a:lnTo>
                  <a:pt x="1127" y="384"/>
                </a:lnTo>
                <a:lnTo>
                  <a:pt x="1122" y="370"/>
                </a:lnTo>
                <a:lnTo>
                  <a:pt x="1116" y="356"/>
                </a:lnTo>
                <a:lnTo>
                  <a:pt x="1106" y="344"/>
                </a:lnTo>
                <a:lnTo>
                  <a:pt x="1099" y="336"/>
                </a:lnTo>
                <a:lnTo>
                  <a:pt x="1089" y="327"/>
                </a:lnTo>
                <a:lnTo>
                  <a:pt x="1080" y="315"/>
                </a:lnTo>
                <a:lnTo>
                  <a:pt x="1071" y="301"/>
                </a:lnTo>
                <a:lnTo>
                  <a:pt x="1063" y="289"/>
                </a:lnTo>
                <a:lnTo>
                  <a:pt x="1048" y="278"/>
                </a:lnTo>
                <a:lnTo>
                  <a:pt x="1029" y="265"/>
                </a:lnTo>
                <a:lnTo>
                  <a:pt x="1003" y="261"/>
                </a:lnTo>
                <a:lnTo>
                  <a:pt x="972" y="246"/>
                </a:lnTo>
                <a:lnTo>
                  <a:pt x="947" y="232"/>
                </a:lnTo>
                <a:lnTo>
                  <a:pt x="917" y="220"/>
                </a:lnTo>
                <a:lnTo>
                  <a:pt x="883" y="204"/>
                </a:lnTo>
                <a:lnTo>
                  <a:pt x="851" y="192"/>
                </a:lnTo>
                <a:lnTo>
                  <a:pt x="836" y="186"/>
                </a:lnTo>
                <a:lnTo>
                  <a:pt x="809" y="177"/>
                </a:lnTo>
                <a:lnTo>
                  <a:pt x="790" y="172"/>
                </a:lnTo>
                <a:lnTo>
                  <a:pt x="769" y="166"/>
                </a:lnTo>
                <a:lnTo>
                  <a:pt x="757" y="142"/>
                </a:lnTo>
                <a:lnTo>
                  <a:pt x="753" y="109"/>
                </a:lnTo>
                <a:lnTo>
                  <a:pt x="758" y="0"/>
                </a:lnTo>
                <a:lnTo>
                  <a:pt x="643" y="4"/>
                </a:lnTo>
                <a:lnTo>
                  <a:pt x="536" y="4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SG"/>
          </a:p>
        </p:txBody>
      </p:sp>
      <p:sp>
        <p:nvSpPr>
          <p:cNvPr id="10275" name="Rectangle 100"/>
          <p:cNvSpPr>
            <a:spLocks noChangeArrowheads="1"/>
          </p:cNvSpPr>
          <p:nvPr/>
        </p:nvSpPr>
        <p:spPr bwMode="auto">
          <a:xfrm>
            <a:off x="533400" y="8380413"/>
            <a:ext cx="2827338" cy="2984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82923" tIns="40734" rIns="82923" bIns="40734">
            <a:spAutoFit/>
          </a:bodyPr>
          <a:lstStyle/>
          <a:p>
            <a:pPr defTabSz="838200" eaLnBrk="0" hangingPunct="0"/>
            <a:r>
              <a:rPr lang="en-US" sz="1000" u="none"/>
              <a:t>SKETCH :</a:t>
            </a:r>
            <a:r>
              <a:rPr lang="en-US" sz="1100" u="none"/>
              <a:t>	                </a:t>
            </a:r>
            <a:r>
              <a:rPr lang="en-US" sz="1400" u="none"/>
              <a:t>BURN CHART</a:t>
            </a:r>
          </a:p>
        </p:txBody>
      </p:sp>
      <p:sp>
        <p:nvSpPr>
          <p:cNvPr id="10276" name="Line 104"/>
          <p:cNvSpPr>
            <a:spLocks noChangeShapeType="1"/>
          </p:cNvSpPr>
          <p:nvPr/>
        </p:nvSpPr>
        <p:spPr bwMode="auto">
          <a:xfrm>
            <a:off x="431800" y="8763000"/>
            <a:ext cx="3378200" cy="111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SG"/>
          </a:p>
        </p:txBody>
      </p:sp>
      <p:grpSp>
        <p:nvGrpSpPr>
          <p:cNvPr id="6" name="Group 167"/>
          <p:cNvGrpSpPr>
            <a:grpSpLocks/>
          </p:cNvGrpSpPr>
          <p:nvPr/>
        </p:nvGrpSpPr>
        <p:grpSpPr bwMode="auto">
          <a:xfrm>
            <a:off x="3948113" y="8389938"/>
            <a:ext cx="1965325" cy="601662"/>
            <a:chOff x="3868738" y="8389938"/>
            <a:chExt cx="1965224" cy="601662"/>
          </a:xfrm>
        </p:grpSpPr>
        <p:sp>
          <p:nvSpPr>
            <p:cNvPr id="10281" name="Rectangle 134"/>
            <p:cNvSpPr>
              <a:spLocks noChangeArrowheads="1"/>
            </p:cNvSpPr>
            <p:nvPr/>
          </p:nvSpPr>
          <p:spPr bwMode="auto">
            <a:xfrm>
              <a:off x="3868738" y="8389938"/>
              <a:ext cx="728517" cy="23615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82923" tIns="40734" rIns="82923" bIns="40734">
              <a:spAutoFit/>
            </a:bodyPr>
            <a:lstStyle/>
            <a:p>
              <a:pPr defTabSz="838200" eaLnBrk="0" hangingPunct="0"/>
              <a:r>
                <a:rPr lang="en-US" sz="1000" b="0"/>
                <a:t>LEGEND:</a:t>
              </a:r>
            </a:p>
          </p:txBody>
        </p:sp>
        <p:sp>
          <p:nvSpPr>
            <p:cNvPr id="10282" name="Rectangle 151"/>
            <p:cNvSpPr>
              <a:spLocks noChangeArrowheads="1"/>
            </p:cNvSpPr>
            <p:nvPr/>
          </p:nvSpPr>
          <p:spPr bwMode="auto">
            <a:xfrm>
              <a:off x="4046538" y="8763000"/>
              <a:ext cx="381000" cy="228600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10283" name="Text Box 152"/>
            <p:cNvSpPr txBox="1">
              <a:spLocks noChangeArrowheads="1"/>
            </p:cNvSpPr>
            <p:nvPr/>
          </p:nvSpPr>
          <p:spPr bwMode="auto">
            <a:xfrm>
              <a:off x="4564063" y="8770938"/>
              <a:ext cx="1269899" cy="21544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800" b="0" u="none"/>
                <a:t>THE AFFECTED AREA</a:t>
              </a:r>
            </a:p>
          </p:txBody>
        </p:sp>
      </p:grpSp>
      <p:sp>
        <p:nvSpPr>
          <p:cNvPr id="10279" name="Freeform 59"/>
          <p:cNvSpPr>
            <a:spLocks/>
          </p:cNvSpPr>
          <p:nvPr/>
        </p:nvSpPr>
        <p:spPr bwMode="auto">
          <a:xfrm>
            <a:off x="4518025" y="3371850"/>
            <a:ext cx="546100" cy="677863"/>
          </a:xfrm>
          <a:custGeom>
            <a:avLst/>
            <a:gdLst>
              <a:gd name="T0" fmla="*/ 429774143 w 414"/>
              <a:gd name="T1" fmla="*/ 3309566 h 527"/>
              <a:gd name="T2" fmla="*/ 513293122 w 414"/>
              <a:gd name="T3" fmla="*/ 24817245 h 527"/>
              <a:gd name="T4" fmla="*/ 588112757 w 414"/>
              <a:gd name="T5" fmla="*/ 66179741 h 527"/>
              <a:gd name="T6" fmla="*/ 638571591 w 414"/>
              <a:gd name="T7" fmla="*/ 115814231 h 527"/>
              <a:gd name="T8" fmla="*/ 669891868 w 414"/>
              <a:gd name="T9" fmla="*/ 175374862 h 527"/>
              <a:gd name="T10" fmla="*/ 680331080 w 414"/>
              <a:gd name="T11" fmla="*/ 229973036 h 527"/>
              <a:gd name="T12" fmla="*/ 682070949 w 414"/>
              <a:gd name="T13" fmla="*/ 375568245 h 527"/>
              <a:gd name="T14" fmla="*/ 704690728 w 414"/>
              <a:gd name="T15" fmla="*/ 363986698 h 527"/>
              <a:gd name="T16" fmla="*/ 718610997 w 414"/>
              <a:gd name="T17" fmla="*/ 390458072 h 527"/>
              <a:gd name="T18" fmla="*/ 704690728 w 414"/>
              <a:gd name="T19" fmla="*/ 431820558 h 527"/>
              <a:gd name="T20" fmla="*/ 675111474 w 414"/>
              <a:gd name="T21" fmla="*/ 474837184 h 527"/>
              <a:gd name="T22" fmla="*/ 673371605 w 414"/>
              <a:gd name="T23" fmla="*/ 544325184 h 527"/>
              <a:gd name="T24" fmla="*/ 661191204 w 414"/>
              <a:gd name="T25" fmla="*/ 572451983 h 527"/>
              <a:gd name="T26" fmla="*/ 633351984 w 414"/>
              <a:gd name="T27" fmla="*/ 590650088 h 527"/>
              <a:gd name="T28" fmla="*/ 622911452 w 414"/>
              <a:gd name="T29" fmla="*/ 668411357 h 527"/>
              <a:gd name="T30" fmla="*/ 593332364 w 414"/>
              <a:gd name="T31" fmla="*/ 737899518 h 527"/>
              <a:gd name="T32" fmla="*/ 525473523 w 414"/>
              <a:gd name="T33" fmla="*/ 797461395 h 527"/>
              <a:gd name="T34" fmla="*/ 455874813 w 414"/>
              <a:gd name="T35" fmla="*/ 842132161 h 527"/>
              <a:gd name="T36" fmla="*/ 396715316 w 414"/>
              <a:gd name="T37" fmla="*/ 868603534 h 527"/>
              <a:gd name="T38" fmla="*/ 325375336 w 414"/>
              <a:gd name="T39" fmla="*/ 866949395 h 527"/>
              <a:gd name="T40" fmla="*/ 259256364 w 414"/>
              <a:gd name="T41" fmla="*/ 842132161 h 527"/>
              <a:gd name="T42" fmla="*/ 233157013 w 414"/>
              <a:gd name="T43" fmla="*/ 822278630 h 527"/>
              <a:gd name="T44" fmla="*/ 186177917 w 414"/>
              <a:gd name="T45" fmla="*/ 792497691 h 527"/>
              <a:gd name="T46" fmla="*/ 140938648 w 414"/>
              <a:gd name="T47" fmla="*/ 749481065 h 527"/>
              <a:gd name="T48" fmla="*/ 102658896 w 414"/>
              <a:gd name="T49" fmla="*/ 676683501 h 527"/>
              <a:gd name="T50" fmla="*/ 88738627 w 414"/>
              <a:gd name="T51" fmla="*/ 587341810 h 527"/>
              <a:gd name="T52" fmla="*/ 60899386 w 414"/>
              <a:gd name="T53" fmla="*/ 579069827 h 527"/>
              <a:gd name="T54" fmla="*/ 50458854 w 414"/>
              <a:gd name="T55" fmla="*/ 560870436 h 527"/>
              <a:gd name="T56" fmla="*/ 38279762 w 414"/>
              <a:gd name="T57" fmla="*/ 479800888 h 527"/>
              <a:gd name="T58" fmla="*/ 19139881 w 414"/>
              <a:gd name="T59" fmla="*/ 441746680 h 527"/>
              <a:gd name="T60" fmla="*/ 0 w 414"/>
              <a:gd name="T61" fmla="*/ 395421776 h 527"/>
              <a:gd name="T62" fmla="*/ 8699347 w 414"/>
              <a:gd name="T63" fmla="*/ 368950402 h 527"/>
              <a:gd name="T64" fmla="*/ 38279762 w 414"/>
              <a:gd name="T65" fmla="*/ 375568245 h 527"/>
              <a:gd name="T66" fmla="*/ 45239248 w 414"/>
              <a:gd name="T67" fmla="*/ 231627175 h 527"/>
              <a:gd name="T68" fmla="*/ 55679780 w 414"/>
              <a:gd name="T69" fmla="*/ 173720723 h 527"/>
              <a:gd name="T70" fmla="*/ 92218365 w 414"/>
              <a:gd name="T71" fmla="*/ 107540962 h 527"/>
              <a:gd name="T72" fmla="*/ 147898124 w 414"/>
              <a:gd name="T73" fmla="*/ 57906472 h 527"/>
              <a:gd name="T74" fmla="*/ 241856357 w 414"/>
              <a:gd name="T75" fmla="*/ 18199396 h 527"/>
              <a:gd name="T76" fmla="*/ 334075999 w 414"/>
              <a:gd name="T77" fmla="*/ 1654140 h 527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w 414"/>
              <a:gd name="T118" fmla="*/ 0 h 527"/>
              <a:gd name="T119" fmla="*/ 414 w 414"/>
              <a:gd name="T120" fmla="*/ 527 h 527"/>
            </a:gdLst>
            <a:ahLst/>
            <a:cxnLst>
              <a:cxn ang="T78">
                <a:pos x="T0" y="T1"/>
              </a:cxn>
              <a:cxn ang="T79">
                <a:pos x="T2" y="T3"/>
              </a:cxn>
              <a:cxn ang="T80">
                <a:pos x="T4" y="T5"/>
              </a:cxn>
              <a:cxn ang="T81">
                <a:pos x="T6" y="T7"/>
              </a:cxn>
              <a:cxn ang="T82">
                <a:pos x="T8" y="T9"/>
              </a:cxn>
              <a:cxn ang="T83">
                <a:pos x="T10" y="T11"/>
              </a:cxn>
              <a:cxn ang="T84">
                <a:pos x="T12" y="T13"/>
              </a:cxn>
              <a:cxn ang="T85">
                <a:pos x="T14" y="T15"/>
              </a:cxn>
              <a:cxn ang="T86">
                <a:pos x="T16" y="T17"/>
              </a:cxn>
              <a:cxn ang="T87">
                <a:pos x="T18" y="T19"/>
              </a:cxn>
              <a:cxn ang="T88">
                <a:pos x="T20" y="T21"/>
              </a:cxn>
              <a:cxn ang="T89">
                <a:pos x="T22" y="T23"/>
              </a:cxn>
              <a:cxn ang="T90">
                <a:pos x="T24" y="T25"/>
              </a:cxn>
              <a:cxn ang="T91">
                <a:pos x="T26" y="T27"/>
              </a:cxn>
              <a:cxn ang="T92">
                <a:pos x="T28" y="T29"/>
              </a:cxn>
              <a:cxn ang="T93">
                <a:pos x="T30" y="T31"/>
              </a:cxn>
              <a:cxn ang="T94">
                <a:pos x="T32" y="T33"/>
              </a:cxn>
              <a:cxn ang="T95">
                <a:pos x="T34" y="T35"/>
              </a:cxn>
              <a:cxn ang="T96">
                <a:pos x="T36" y="T37"/>
              </a:cxn>
              <a:cxn ang="T97">
                <a:pos x="T38" y="T39"/>
              </a:cxn>
              <a:cxn ang="T98">
                <a:pos x="T40" y="T41"/>
              </a:cxn>
              <a:cxn ang="T99">
                <a:pos x="T42" y="T43"/>
              </a:cxn>
              <a:cxn ang="T100">
                <a:pos x="T44" y="T45"/>
              </a:cxn>
              <a:cxn ang="T101">
                <a:pos x="T46" y="T47"/>
              </a:cxn>
              <a:cxn ang="T102">
                <a:pos x="T48" y="T49"/>
              </a:cxn>
              <a:cxn ang="T103">
                <a:pos x="T50" y="T51"/>
              </a:cxn>
              <a:cxn ang="T104">
                <a:pos x="T52" y="T53"/>
              </a:cxn>
              <a:cxn ang="T105">
                <a:pos x="T54" y="T55"/>
              </a:cxn>
              <a:cxn ang="T106">
                <a:pos x="T56" y="T57"/>
              </a:cxn>
              <a:cxn ang="T107">
                <a:pos x="T58" y="T59"/>
              </a:cxn>
              <a:cxn ang="T108">
                <a:pos x="T60" y="T61"/>
              </a:cxn>
              <a:cxn ang="T109">
                <a:pos x="T62" y="T63"/>
              </a:cxn>
              <a:cxn ang="T110">
                <a:pos x="T64" y="T65"/>
              </a:cxn>
              <a:cxn ang="T111">
                <a:pos x="T66" y="T67"/>
              </a:cxn>
              <a:cxn ang="T112">
                <a:pos x="T68" y="T69"/>
              </a:cxn>
              <a:cxn ang="T113">
                <a:pos x="T70" y="T71"/>
              </a:cxn>
              <a:cxn ang="T114">
                <a:pos x="T72" y="T73"/>
              </a:cxn>
              <a:cxn ang="T115">
                <a:pos x="T74" y="T75"/>
              </a:cxn>
              <a:cxn ang="T116">
                <a:pos x="T76" y="T77"/>
              </a:cxn>
            </a:cxnLst>
            <a:rect l="T117" t="T118" r="T119" b="T120"/>
            <a:pathLst>
              <a:path w="414" h="527">
                <a:moveTo>
                  <a:pt x="215" y="0"/>
                </a:moveTo>
                <a:lnTo>
                  <a:pt x="247" y="2"/>
                </a:lnTo>
                <a:lnTo>
                  <a:pt x="274" y="7"/>
                </a:lnTo>
                <a:lnTo>
                  <a:pt x="295" y="15"/>
                </a:lnTo>
                <a:lnTo>
                  <a:pt x="316" y="25"/>
                </a:lnTo>
                <a:lnTo>
                  <a:pt x="338" y="40"/>
                </a:lnTo>
                <a:lnTo>
                  <a:pt x="354" y="53"/>
                </a:lnTo>
                <a:lnTo>
                  <a:pt x="367" y="70"/>
                </a:lnTo>
                <a:lnTo>
                  <a:pt x="377" y="86"/>
                </a:lnTo>
                <a:lnTo>
                  <a:pt x="385" y="106"/>
                </a:lnTo>
                <a:lnTo>
                  <a:pt x="388" y="121"/>
                </a:lnTo>
                <a:lnTo>
                  <a:pt x="391" y="139"/>
                </a:lnTo>
                <a:lnTo>
                  <a:pt x="392" y="160"/>
                </a:lnTo>
                <a:lnTo>
                  <a:pt x="392" y="227"/>
                </a:lnTo>
                <a:lnTo>
                  <a:pt x="396" y="220"/>
                </a:lnTo>
                <a:lnTo>
                  <a:pt x="405" y="220"/>
                </a:lnTo>
                <a:lnTo>
                  <a:pt x="409" y="223"/>
                </a:lnTo>
                <a:lnTo>
                  <a:pt x="413" y="236"/>
                </a:lnTo>
                <a:lnTo>
                  <a:pt x="411" y="250"/>
                </a:lnTo>
                <a:lnTo>
                  <a:pt x="405" y="261"/>
                </a:lnTo>
                <a:lnTo>
                  <a:pt x="394" y="278"/>
                </a:lnTo>
                <a:lnTo>
                  <a:pt x="388" y="287"/>
                </a:lnTo>
                <a:lnTo>
                  <a:pt x="387" y="299"/>
                </a:lnTo>
                <a:lnTo>
                  <a:pt x="387" y="329"/>
                </a:lnTo>
                <a:lnTo>
                  <a:pt x="385" y="339"/>
                </a:lnTo>
                <a:lnTo>
                  <a:pt x="380" y="346"/>
                </a:lnTo>
                <a:lnTo>
                  <a:pt x="374" y="352"/>
                </a:lnTo>
                <a:lnTo>
                  <a:pt x="364" y="357"/>
                </a:lnTo>
                <a:lnTo>
                  <a:pt x="362" y="378"/>
                </a:lnTo>
                <a:lnTo>
                  <a:pt x="358" y="404"/>
                </a:lnTo>
                <a:lnTo>
                  <a:pt x="351" y="426"/>
                </a:lnTo>
                <a:lnTo>
                  <a:pt x="341" y="446"/>
                </a:lnTo>
                <a:lnTo>
                  <a:pt x="327" y="463"/>
                </a:lnTo>
                <a:lnTo>
                  <a:pt x="302" y="482"/>
                </a:lnTo>
                <a:lnTo>
                  <a:pt x="286" y="493"/>
                </a:lnTo>
                <a:lnTo>
                  <a:pt x="262" y="509"/>
                </a:lnTo>
                <a:lnTo>
                  <a:pt x="240" y="520"/>
                </a:lnTo>
                <a:lnTo>
                  <a:pt x="228" y="525"/>
                </a:lnTo>
                <a:lnTo>
                  <a:pt x="209" y="526"/>
                </a:lnTo>
                <a:lnTo>
                  <a:pt x="187" y="524"/>
                </a:lnTo>
                <a:lnTo>
                  <a:pt x="168" y="518"/>
                </a:lnTo>
                <a:lnTo>
                  <a:pt x="149" y="509"/>
                </a:lnTo>
                <a:lnTo>
                  <a:pt x="141" y="502"/>
                </a:lnTo>
                <a:lnTo>
                  <a:pt x="134" y="497"/>
                </a:lnTo>
                <a:lnTo>
                  <a:pt x="121" y="487"/>
                </a:lnTo>
                <a:lnTo>
                  <a:pt x="107" y="479"/>
                </a:lnTo>
                <a:lnTo>
                  <a:pt x="92" y="467"/>
                </a:lnTo>
                <a:lnTo>
                  <a:pt x="81" y="453"/>
                </a:lnTo>
                <a:lnTo>
                  <a:pt x="67" y="432"/>
                </a:lnTo>
                <a:lnTo>
                  <a:pt x="59" y="409"/>
                </a:lnTo>
                <a:lnTo>
                  <a:pt x="53" y="382"/>
                </a:lnTo>
                <a:lnTo>
                  <a:pt x="51" y="355"/>
                </a:lnTo>
                <a:lnTo>
                  <a:pt x="42" y="353"/>
                </a:lnTo>
                <a:lnTo>
                  <a:pt x="35" y="350"/>
                </a:lnTo>
                <a:lnTo>
                  <a:pt x="32" y="346"/>
                </a:lnTo>
                <a:lnTo>
                  <a:pt x="29" y="339"/>
                </a:lnTo>
                <a:lnTo>
                  <a:pt x="27" y="330"/>
                </a:lnTo>
                <a:lnTo>
                  <a:pt x="22" y="290"/>
                </a:lnTo>
                <a:lnTo>
                  <a:pt x="15" y="278"/>
                </a:lnTo>
                <a:lnTo>
                  <a:pt x="11" y="267"/>
                </a:lnTo>
                <a:lnTo>
                  <a:pt x="2" y="249"/>
                </a:lnTo>
                <a:lnTo>
                  <a:pt x="0" y="239"/>
                </a:lnTo>
                <a:lnTo>
                  <a:pt x="1" y="230"/>
                </a:lnTo>
                <a:lnTo>
                  <a:pt x="5" y="223"/>
                </a:lnTo>
                <a:lnTo>
                  <a:pt x="13" y="222"/>
                </a:lnTo>
                <a:lnTo>
                  <a:pt x="22" y="227"/>
                </a:lnTo>
                <a:lnTo>
                  <a:pt x="22" y="162"/>
                </a:lnTo>
                <a:lnTo>
                  <a:pt x="26" y="140"/>
                </a:lnTo>
                <a:lnTo>
                  <a:pt x="28" y="121"/>
                </a:lnTo>
                <a:lnTo>
                  <a:pt x="32" y="105"/>
                </a:lnTo>
                <a:lnTo>
                  <a:pt x="40" y="85"/>
                </a:lnTo>
                <a:lnTo>
                  <a:pt x="53" y="65"/>
                </a:lnTo>
                <a:lnTo>
                  <a:pt x="65" y="51"/>
                </a:lnTo>
                <a:lnTo>
                  <a:pt x="85" y="35"/>
                </a:lnTo>
                <a:lnTo>
                  <a:pt x="112" y="19"/>
                </a:lnTo>
                <a:lnTo>
                  <a:pt x="139" y="11"/>
                </a:lnTo>
                <a:lnTo>
                  <a:pt x="167" y="5"/>
                </a:lnTo>
                <a:lnTo>
                  <a:pt x="192" y="1"/>
                </a:lnTo>
                <a:lnTo>
                  <a:pt x="215" y="0"/>
                </a:lnTo>
              </a:path>
            </a:pathLst>
          </a:custGeom>
          <a:solidFill>
            <a:schemeClr val="bg1"/>
          </a:solidFill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SG"/>
          </a:p>
        </p:txBody>
      </p:sp>
      <p:cxnSp>
        <p:nvCxnSpPr>
          <p:cNvPr id="82" name="Straight Connector 81"/>
          <p:cNvCxnSpPr/>
          <p:nvPr/>
        </p:nvCxnSpPr>
        <p:spPr bwMode="auto">
          <a:xfrm rot="5400000">
            <a:off x="-3547268" y="5455444"/>
            <a:ext cx="8001000" cy="7937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3" name="Straight Connector 82"/>
          <p:cNvCxnSpPr/>
          <p:nvPr/>
        </p:nvCxnSpPr>
        <p:spPr bwMode="auto">
          <a:xfrm rot="5400000">
            <a:off x="2472531" y="5455444"/>
            <a:ext cx="8001000" cy="7937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4" name="Straight Connector 83"/>
          <p:cNvCxnSpPr/>
          <p:nvPr/>
        </p:nvCxnSpPr>
        <p:spPr bwMode="auto">
          <a:xfrm rot="16200000" flipH="1">
            <a:off x="3238503" y="8888410"/>
            <a:ext cx="1142998" cy="3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5" name="Line 127"/>
          <p:cNvSpPr>
            <a:spLocks noChangeShapeType="1"/>
          </p:cNvSpPr>
          <p:nvPr/>
        </p:nvSpPr>
        <p:spPr bwMode="auto">
          <a:xfrm>
            <a:off x="449263" y="9459912"/>
            <a:ext cx="602773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6" name="Rectangle 5"/>
          <p:cNvSpPr>
            <a:spLocks noChangeArrowheads="1"/>
          </p:cNvSpPr>
          <p:nvPr/>
        </p:nvSpPr>
        <p:spPr bwMode="auto">
          <a:xfrm>
            <a:off x="509588" y="8850313"/>
            <a:ext cx="2706622" cy="4977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82923" tIns="40734" rIns="82923" bIns="40734">
            <a:spAutoFit/>
          </a:bodyPr>
          <a:lstStyle/>
          <a:p>
            <a:pPr defTabSz="838200" eaLnBrk="0" hangingPunct="0"/>
            <a:r>
              <a:rPr lang="en-US" sz="900" b="0" u="none" dirty="0"/>
              <a:t>NAME OF VICTIM   :</a:t>
            </a:r>
          </a:p>
          <a:p>
            <a:pPr defTabSz="838200" eaLnBrk="0" hangingPunct="0"/>
            <a:endParaRPr lang="en-US" sz="900" b="0" u="none" dirty="0"/>
          </a:p>
          <a:p>
            <a:pPr defTabSz="838200" eaLnBrk="0" hangingPunct="0"/>
            <a:r>
              <a:rPr lang="en-US" sz="900" b="0" u="none" dirty="0"/>
              <a:t>NRIC / FIN	      :		</a:t>
            </a:r>
            <a:endParaRPr lang="en-US" sz="1100" dirty="0"/>
          </a:p>
        </p:txBody>
      </p:sp>
      <p:sp>
        <p:nvSpPr>
          <p:cNvPr id="78" name="Rectangle 189"/>
          <p:cNvSpPr>
            <a:spLocks noChangeArrowheads="1"/>
          </p:cNvSpPr>
          <p:nvPr/>
        </p:nvSpPr>
        <p:spPr bwMode="auto">
          <a:xfrm>
            <a:off x="609600" y="392112"/>
            <a:ext cx="1881076" cy="48237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82923" tIns="40734" rIns="82923" bIns="40734">
            <a:spAutoFit/>
          </a:bodyPr>
          <a:lstStyle/>
          <a:p>
            <a:pPr defTabSz="838200" eaLnBrk="0" hangingPunct="0"/>
            <a:r>
              <a:rPr lang="en-US" dirty="0"/>
              <a:t>INCIDENT NUMBER :</a:t>
            </a:r>
            <a:r>
              <a:rPr lang="en-US" b="0" u="none" dirty="0"/>
              <a:t> </a:t>
            </a:r>
          </a:p>
          <a:p>
            <a:pPr defTabSz="838200" eaLnBrk="0" hangingPunct="0"/>
            <a:r>
              <a:rPr lang="en-US" dirty="0"/>
              <a:t>LOCATION OF FIRE :</a:t>
            </a:r>
            <a:r>
              <a:rPr lang="en-US" b="0" u="none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668053497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3½ Floppy (A:)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3½ Floppy (A:)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82923" tIns="40734" rIns="82923" bIns="40734" numCol="1" anchor="t" anchorCtr="0" compatLnSpc="1">
        <a:prstTxWarp prst="textNoShape">
          <a:avLst/>
        </a:prstTxWarp>
        <a:spAutoFit/>
      </a:bodyPr>
      <a:lstStyle>
        <a:defPPr marL="0" marR="0" indent="0" algn="l" defTabSz="8382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300" b="1" i="0" u="sng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82923" tIns="40734" rIns="82923" bIns="40734" numCol="1" anchor="t" anchorCtr="0" compatLnSpc="1">
        <a:prstTxWarp prst="textNoShape">
          <a:avLst/>
        </a:prstTxWarp>
        <a:spAutoFit/>
      </a:bodyPr>
      <a:lstStyle>
        <a:defPPr marL="0" marR="0" indent="0" algn="l" defTabSz="8382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300" b="1" i="0" u="sng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3½ Floppy (A:)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½ Floppy (A:)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½ Floppy (A:)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½ Floppy (A:)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½ Floppy (A:)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½ Floppy (A:)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½ Floppy (A:)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15768</TotalTime>
  <Pages>8</Pages>
  <Words>292</Words>
  <Application>Microsoft Office PowerPoint</Application>
  <PresentationFormat>Custom</PresentationFormat>
  <Paragraphs>106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Times New Roman</vt:lpstr>
      <vt:lpstr>3½ Floppy (A:)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Blank Format for Sketch</dc:title>
  <dc:subject>Fire Report</dc:subject>
  <dc:creator>LCP Fairuz Mustaffa</dc:creator>
  <dc:description>MORE SKETCH, MORE SKETCH!!!!!!!!!_x000d_
AHHHHHHHHHHHHH!!!1</dc:description>
  <cp:lastModifiedBy>Andre PANG (SCDF)</cp:lastModifiedBy>
  <cp:revision>1569</cp:revision>
  <cp:lastPrinted>2018-01-10T07:13:02Z</cp:lastPrinted>
  <dcterms:created xsi:type="dcterms:W3CDTF">1998-04-17T03:46:00Z</dcterms:created>
  <dcterms:modified xsi:type="dcterms:W3CDTF">2024-01-18T08:46:14Z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aaa7e78-45b1-4890-b8a3-003d1d728a3e_Enabled">
    <vt:lpwstr>true</vt:lpwstr>
  </property>
  <property fmtid="{D5CDD505-2E9C-101B-9397-08002B2CF9AE}" pid="3" name="MSIP_Label_4aaa7e78-45b1-4890-b8a3-003d1d728a3e_SetDate">
    <vt:lpwstr>2024-01-18T08:46:11Z</vt:lpwstr>
  </property>
  <property fmtid="{D5CDD505-2E9C-101B-9397-08002B2CF9AE}" pid="4" name="MSIP_Label_4aaa7e78-45b1-4890-b8a3-003d1d728a3e_Method">
    <vt:lpwstr>Privileged</vt:lpwstr>
  </property>
  <property fmtid="{D5CDD505-2E9C-101B-9397-08002B2CF9AE}" pid="5" name="MSIP_Label_4aaa7e78-45b1-4890-b8a3-003d1d728a3e_Name">
    <vt:lpwstr>Non Sensitive</vt:lpwstr>
  </property>
  <property fmtid="{D5CDD505-2E9C-101B-9397-08002B2CF9AE}" pid="6" name="MSIP_Label_4aaa7e78-45b1-4890-b8a3-003d1d728a3e_SiteId">
    <vt:lpwstr>0b11c524-9a1c-4e1b-84cb-6336aefc2243</vt:lpwstr>
  </property>
  <property fmtid="{D5CDD505-2E9C-101B-9397-08002B2CF9AE}" pid="7" name="MSIP_Label_4aaa7e78-45b1-4890-b8a3-003d1d728a3e_ActionId">
    <vt:lpwstr>47a5c3cc-9aaf-49e6-82a5-2030c60b9ed4</vt:lpwstr>
  </property>
  <property fmtid="{D5CDD505-2E9C-101B-9397-08002B2CF9AE}" pid="8" name="MSIP_Label_4aaa7e78-45b1-4890-b8a3-003d1d728a3e_ContentBits">
    <vt:lpwstr>0</vt:lpwstr>
  </property>
</Properties>
</file>